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4036" r:id="rId5"/>
  </p:sldMasterIdLst>
  <p:notesMasterIdLst>
    <p:notesMasterId r:id="rId15"/>
  </p:notesMasterIdLst>
  <p:handoutMasterIdLst>
    <p:handoutMasterId r:id="rId16"/>
  </p:handoutMasterIdLst>
  <p:sldIdLst>
    <p:sldId id="314" r:id="rId6"/>
    <p:sldId id="307" r:id="rId7"/>
    <p:sldId id="256" r:id="rId8"/>
    <p:sldId id="263" r:id="rId9"/>
    <p:sldId id="269" r:id="rId10"/>
    <p:sldId id="270" r:id="rId11"/>
    <p:sldId id="271" r:id="rId12"/>
    <p:sldId id="2147483643" r:id="rId13"/>
    <p:sldId id="258" r:id="rId14"/>
  </p:sldIdLst>
  <p:sldSz cx="12192000" cy="6858000"/>
  <p:notesSz cx="6805613" cy="99441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89D5D1A-05A0-550D-ACC0-ACBC42575E5B}" name="HAMILTON Charles" initials="HC" userId="S::charles.hamilton@soprasteria.com::2bc9b81e-b9f1-4e2b-a37d-95de9e1dbd1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635"/>
    <a:srgbClr val="00863D"/>
    <a:srgbClr val="007434"/>
    <a:srgbClr val="FFFF00"/>
    <a:srgbClr val="4C1F82"/>
    <a:srgbClr val="2A1449"/>
    <a:srgbClr val="E6E5E8"/>
    <a:srgbClr val="B5A6CB"/>
    <a:srgbClr val="4D1D82"/>
    <a:srgbClr val="F2F0F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2F909176-B8EA-41DD-8F92-1C989DF343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 b="1">
                <a:latin typeface="Tahoma" panose="020B0604030504040204" pitchFamily="34" charset="0"/>
              </a:rPr>
              <a:t>Sopra Steria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B8CF8D4-1618-452C-887D-A91AC8FC95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 b="1">
                <a:latin typeface="Tahoma" panose="020B0604030504040204" pitchFamily="34" charset="0"/>
              </a:rPr>
              <a:t>Intitulé du document - Sopra Steria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C10792-DA87-4BDA-BA6B-D87502BBBF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A86D7-3F34-4350-90B7-F3AF3732A64B}" type="slidenum">
              <a:rPr lang="fr-FR" b="1" smtClean="0">
                <a:latin typeface="Tahoma" panose="020B0604030504040204" pitchFamily="34" charset="0"/>
              </a:rPr>
              <a:t>‹#›</a:t>
            </a:fld>
            <a:endParaRPr lang="fr-FR" b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58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1" i="0">
                <a:latin typeface="Tahoma" panose="020B0604030504040204" pitchFamily="34" charset="0"/>
              </a:defRPr>
            </a:lvl1pPr>
          </a:lstStyle>
          <a:p>
            <a:r>
              <a:rPr lang="fr-FR"/>
              <a:t>Sopra Steria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1" i="0">
                <a:latin typeface="Tahoma" panose="020B0604030504040204" pitchFamily="34" charset="0"/>
              </a:defRPr>
            </a:lvl1pPr>
          </a:lstStyle>
          <a:p>
            <a:fld id="{FFA15751-71F6-48FA-9E72-AC2A9C8346A7}" type="datetimeFigureOut">
              <a:rPr lang="fr-FR" smtClean="0"/>
              <a:pPr/>
              <a:t>28/07/2026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1" i="0">
                <a:latin typeface="Tahoma" panose="020B0604030504040204" pitchFamily="34" charset="0"/>
              </a:defRPr>
            </a:lvl1pPr>
          </a:lstStyle>
          <a:p>
            <a:r>
              <a:rPr lang="fr-FR"/>
              <a:t>Intitulé du document - Sopra Steria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1" i="0">
                <a:latin typeface="Tahoma" panose="020B0604030504040204" pitchFamily="34" charset="0"/>
              </a:defRPr>
            </a:lvl1pPr>
          </a:lstStyle>
          <a:p>
            <a:fld id="{2F99E83D-10BD-4912-838C-C14C2B9472B3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1445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1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defTabSz="914400" rtl="0" eaLnBrk="1" latinLnBrk="0" hangingPunct="1">
      <a:defRPr sz="1200" b="1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b="1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b="1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b="1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9624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655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0383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350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0411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7951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75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Caractère coloré, orange, Ambré, Magenta&#10;&#10;Description générée automatiquement">
            <a:extLst>
              <a:ext uri="{FF2B5EF4-FFF2-40B4-BE49-F238E27FC236}">
                <a16:creationId xmlns:a16="http://schemas.microsoft.com/office/drawing/2014/main" id="{B8C673FE-BB8F-6FAA-D2C5-6044101C62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8" name="Image 27" descr="The world is how we shape it&#10;traduction: le monde est tel que nous le façonons">
            <a:extLst>
              <a:ext uri="{FF2B5EF4-FFF2-40B4-BE49-F238E27FC236}">
                <a16:creationId xmlns:a16="http://schemas.microsoft.com/office/drawing/2014/main" id="{18E24780-E738-E905-B1BC-8382A25D79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863" y="311062"/>
            <a:ext cx="2773362" cy="24160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3B89846-109F-6846-926B-860C6957F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23453" y="697814"/>
            <a:ext cx="126999" cy="12193374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79984163-A662-7C4C-0448-F0B80E2A2D7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3469" y="3939155"/>
            <a:ext cx="5517669" cy="1107996"/>
          </a:xfrm>
          <a:effectLst/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000" b="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presentation’s title </a:t>
            </a:r>
            <a:endParaRPr lang="fr-FR" noProof="0"/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650F2601-6D3F-4020-B499-45ECD3499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29949" y="5221295"/>
            <a:ext cx="5511189" cy="0"/>
          </a:xfrm>
          <a:prstGeom prst="line">
            <a:avLst/>
          </a:prstGeom>
          <a:ln w="254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ous-titre 2">
            <a:extLst>
              <a:ext uri="{FF2B5EF4-FFF2-40B4-BE49-F238E27FC236}">
                <a16:creationId xmlns:a16="http://schemas.microsoft.com/office/drawing/2014/main" id="{E818C06D-0678-D4EE-2137-25BB7B8C83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29949" y="5401774"/>
            <a:ext cx="5511189" cy="275973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800" b="0" cap="none" baseline="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presentation subtitle</a:t>
            </a:r>
          </a:p>
        </p:txBody>
      </p:sp>
      <p:pic>
        <p:nvPicPr>
          <p:cNvPr id="2" name="Image 24" descr="Sopra Steria">
            <a:extLst>
              <a:ext uri="{FF2B5EF4-FFF2-40B4-BE49-F238E27FC236}">
                <a16:creationId xmlns:a16="http://schemas.microsoft.com/office/drawing/2014/main" id="{7CA97940-CB42-3A01-B09F-7617E24F431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95573" y="73397"/>
            <a:ext cx="2886903" cy="71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413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1Colum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BDAB702-4309-B876-BC2B-CBA81FCB1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827024"/>
            <a:ext cx="12204000" cy="43200"/>
          </a:xfrm>
          <a:prstGeom prst="rect">
            <a:avLst/>
          </a:prstGeom>
          <a:gradFill>
            <a:gsLst>
              <a:gs pos="12000">
                <a:srgbClr val="8B1D82"/>
              </a:gs>
              <a:gs pos="0">
                <a:srgbClr val="4D1D82"/>
              </a:gs>
              <a:gs pos="29000">
                <a:srgbClr val="CF022B"/>
              </a:gs>
              <a:gs pos="100000">
                <a:srgbClr val="F07D00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68158F0D-14CE-146C-BF1F-84FFE6EC8F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591" y="404813"/>
            <a:ext cx="1058545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413FEC71-5C4D-AFFA-02EB-D7EA3AC088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0591" y="980880"/>
            <a:ext cx="10585450" cy="3693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94903F18-9227-36CF-2A44-FD6ECFA1F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19225" y="6372428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1" dirty="0"/>
            </a:lvl1pPr>
          </a:lstStyle>
          <a:p>
            <a:pPr>
              <a:spcBef>
                <a:spcPts val="600"/>
              </a:spcBef>
            </a:pPr>
            <a:r>
              <a:rPr lang="en-GB" noProof="0"/>
              <a:t>Name of the presentation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D33D49-F545-21A4-394B-E605B8AA2A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0591" y="1628775"/>
            <a:ext cx="11090275" cy="4464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98084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_Cov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18" descr="A colorful background with a blurry image&#10;&#10;Description automatically generated">
            <a:extLst>
              <a:ext uri="{FF2B5EF4-FFF2-40B4-BE49-F238E27FC236}">
                <a16:creationId xmlns:a16="http://schemas.microsoft.com/office/drawing/2014/main" id="{46E9822A-34FC-C196-9728-1DAB8F7CCA3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36697"/>
            <a:ext cx="12192000" cy="6858000"/>
          </a:xfrm>
          <a:prstGeom prst="rect">
            <a:avLst/>
          </a:prstGeom>
        </p:spPr>
      </p:pic>
      <p:sp>
        <p:nvSpPr>
          <p:cNvPr id="22" name="Titre 1">
            <a:extLst>
              <a:ext uri="{FF2B5EF4-FFF2-40B4-BE49-F238E27FC236}">
                <a16:creationId xmlns:a16="http://schemas.microsoft.com/office/drawing/2014/main" id="{3101C225-7D7A-E737-5490-92225E075F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379" y="403557"/>
            <a:ext cx="10442574" cy="47089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noProof="0"/>
              <a:t>Click to edit master title</a:t>
            </a:r>
            <a:endParaRPr lang="fr-FR"/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6BC2EB78-5EEC-9D7F-F134-1993B070F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6263" y="2541743"/>
            <a:ext cx="4088789" cy="0"/>
          </a:xfrm>
          <a:prstGeom prst="line">
            <a:avLst/>
          </a:prstGeom>
          <a:ln w="254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B00C3648-2DF8-A0A3-5C78-09FB4C2118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65505" y="2770188"/>
            <a:ext cx="4122164" cy="1625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1800" b="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bg2"/>
                </a:solidFill>
                <a:latin typeface="+mj-lt"/>
              </a:defRPr>
            </a:lvl2pPr>
            <a:lvl3pPr>
              <a:defRPr sz="1800">
                <a:solidFill>
                  <a:schemeClr val="bg2"/>
                </a:solidFill>
                <a:latin typeface="+mj-lt"/>
              </a:defRPr>
            </a:lvl3pPr>
            <a:lvl4pPr>
              <a:defRPr sz="1800">
                <a:solidFill>
                  <a:schemeClr val="bg2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8" name="Groupe 7" descr="Bouton Linkedin">
            <a:extLst>
              <a:ext uri="{FF2B5EF4-FFF2-40B4-BE49-F238E27FC236}">
                <a16:creationId xmlns:a16="http://schemas.microsoft.com/office/drawing/2014/main" id="{B3D2B81D-5081-6AEE-B438-B440138CABC9}"/>
              </a:ext>
            </a:extLst>
          </p:cNvPr>
          <p:cNvGrpSpPr/>
          <p:nvPr userDrawn="1"/>
        </p:nvGrpSpPr>
        <p:grpSpPr>
          <a:xfrm>
            <a:off x="9123367" y="3001883"/>
            <a:ext cx="327105" cy="327105"/>
            <a:chOff x="711200" y="5921295"/>
            <a:chExt cx="327105" cy="327105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84F8939B-3608-429A-00D9-314D9DC121BA}"/>
                </a:ext>
              </a:extLst>
            </p:cNvPr>
            <p:cNvSpPr/>
            <p:nvPr userDrawn="1"/>
          </p:nvSpPr>
          <p:spPr>
            <a:xfrm>
              <a:off x="7112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0" name="Freeform 36">
              <a:extLst>
                <a:ext uri="{FF2B5EF4-FFF2-40B4-BE49-F238E27FC236}">
                  <a16:creationId xmlns:a16="http://schemas.microsoft.com/office/drawing/2014/main" id="{F9DB9459-F351-EC11-3AA7-A6D786E9DC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98021" y="6008037"/>
              <a:ext cx="153462" cy="153621"/>
            </a:xfrm>
            <a:custGeom>
              <a:avLst/>
              <a:gdLst>
                <a:gd name="T0" fmla="*/ 0 w 819"/>
                <a:gd name="T1" fmla="*/ 819 h 820"/>
                <a:gd name="T2" fmla="*/ 153 w 819"/>
                <a:gd name="T3" fmla="*/ 819 h 820"/>
                <a:gd name="T4" fmla="*/ 153 w 819"/>
                <a:gd name="T5" fmla="*/ 205 h 820"/>
                <a:gd name="T6" fmla="*/ 0 w 819"/>
                <a:gd name="T7" fmla="*/ 205 h 820"/>
                <a:gd name="T8" fmla="*/ 0 w 819"/>
                <a:gd name="T9" fmla="*/ 819 h 820"/>
                <a:gd name="T10" fmla="*/ 614 w 819"/>
                <a:gd name="T11" fmla="*/ 205 h 820"/>
                <a:gd name="T12" fmla="*/ 410 w 819"/>
                <a:gd name="T13" fmla="*/ 307 h 820"/>
                <a:gd name="T14" fmla="*/ 410 w 819"/>
                <a:gd name="T15" fmla="*/ 205 h 820"/>
                <a:gd name="T16" fmla="*/ 256 w 819"/>
                <a:gd name="T17" fmla="*/ 205 h 820"/>
                <a:gd name="T18" fmla="*/ 256 w 819"/>
                <a:gd name="T19" fmla="*/ 819 h 820"/>
                <a:gd name="T20" fmla="*/ 410 w 819"/>
                <a:gd name="T21" fmla="*/ 819 h 820"/>
                <a:gd name="T22" fmla="*/ 410 w 819"/>
                <a:gd name="T23" fmla="*/ 461 h 820"/>
                <a:gd name="T24" fmla="*/ 563 w 819"/>
                <a:gd name="T25" fmla="*/ 359 h 820"/>
                <a:gd name="T26" fmla="*/ 666 w 819"/>
                <a:gd name="T27" fmla="*/ 461 h 820"/>
                <a:gd name="T28" fmla="*/ 666 w 819"/>
                <a:gd name="T29" fmla="*/ 819 h 820"/>
                <a:gd name="T30" fmla="*/ 819 w 819"/>
                <a:gd name="T31" fmla="*/ 820 h 820"/>
                <a:gd name="T32" fmla="*/ 819 w 819"/>
                <a:gd name="T33" fmla="*/ 395 h 820"/>
                <a:gd name="T34" fmla="*/ 614 w 819"/>
                <a:gd name="T35" fmla="*/ 205 h 820"/>
                <a:gd name="T36" fmla="*/ 77 w 819"/>
                <a:gd name="T37" fmla="*/ 0 h 820"/>
                <a:gd name="T38" fmla="*/ 0 w 819"/>
                <a:gd name="T39" fmla="*/ 77 h 820"/>
                <a:gd name="T40" fmla="*/ 77 w 819"/>
                <a:gd name="T41" fmla="*/ 154 h 820"/>
                <a:gd name="T42" fmla="*/ 153 w 819"/>
                <a:gd name="T43" fmla="*/ 77 h 820"/>
                <a:gd name="T44" fmla="*/ 77 w 819"/>
                <a:gd name="T45" fmla="*/ 0 h 820"/>
                <a:gd name="T46" fmla="*/ 77 w 819"/>
                <a:gd name="T47" fmla="*/ 0 h 820"/>
                <a:gd name="T48" fmla="*/ 77 w 819"/>
                <a:gd name="T49" fmla="*/ 0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19" h="820">
                  <a:moveTo>
                    <a:pt x="0" y="819"/>
                  </a:moveTo>
                  <a:cubicBezTo>
                    <a:pt x="153" y="819"/>
                    <a:pt x="153" y="819"/>
                    <a:pt x="153" y="819"/>
                  </a:cubicBezTo>
                  <a:cubicBezTo>
                    <a:pt x="153" y="205"/>
                    <a:pt x="153" y="205"/>
                    <a:pt x="153" y="205"/>
                  </a:cubicBezTo>
                  <a:cubicBezTo>
                    <a:pt x="0" y="205"/>
                    <a:pt x="0" y="205"/>
                    <a:pt x="0" y="205"/>
                  </a:cubicBezTo>
                  <a:lnTo>
                    <a:pt x="0" y="819"/>
                  </a:lnTo>
                  <a:close/>
                  <a:moveTo>
                    <a:pt x="614" y="205"/>
                  </a:moveTo>
                  <a:cubicBezTo>
                    <a:pt x="483" y="207"/>
                    <a:pt x="418" y="303"/>
                    <a:pt x="410" y="307"/>
                  </a:cubicBezTo>
                  <a:cubicBezTo>
                    <a:pt x="410" y="205"/>
                    <a:pt x="410" y="205"/>
                    <a:pt x="410" y="205"/>
                  </a:cubicBezTo>
                  <a:cubicBezTo>
                    <a:pt x="256" y="205"/>
                    <a:pt x="256" y="205"/>
                    <a:pt x="256" y="205"/>
                  </a:cubicBezTo>
                  <a:cubicBezTo>
                    <a:pt x="256" y="819"/>
                    <a:pt x="256" y="819"/>
                    <a:pt x="256" y="819"/>
                  </a:cubicBezTo>
                  <a:cubicBezTo>
                    <a:pt x="410" y="819"/>
                    <a:pt x="410" y="819"/>
                    <a:pt x="410" y="819"/>
                  </a:cubicBezTo>
                  <a:cubicBezTo>
                    <a:pt x="410" y="461"/>
                    <a:pt x="410" y="461"/>
                    <a:pt x="410" y="461"/>
                  </a:cubicBezTo>
                  <a:cubicBezTo>
                    <a:pt x="410" y="448"/>
                    <a:pt x="442" y="343"/>
                    <a:pt x="563" y="359"/>
                  </a:cubicBezTo>
                  <a:cubicBezTo>
                    <a:pt x="628" y="363"/>
                    <a:pt x="663" y="449"/>
                    <a:pt x="666" y="461"/>
                  </a:cubicBezTo>
                  <a:cubicBezTo>
                    <a:pt x="666" y="819"/>
                    <a:pt x="666" y="819"/>
                    <a:pt x="666" y="819"/>
                  </a:cubicBezTo>
                  <a:cubicBezTo>
                    <a:pt x="819" y="820"/>
                    <a:pt x="819" y="820"/>
                    <a:pt x="819" y="820"/>
                  </a:cubicBezTo>
                  <a:cubicBezTo>
                    <a:pt x="819" y="395"/>
                    <a:pt x="819" y="395"/>
                    <a:pt x="819" y="395"/>
                  </a:cubicBezTo>
                  <a:cubicBezTo>
                    <a:pt x="813" y="333"/>
                    <a:pt x="782" y="207"/>
                    <a:pt x="614" y="205"/>
                  </a:cubicBezTo>
                  <a:close/>
                  <a:moveTo>
                    <a:pt x="77" y="0"/>
                  </a:moveTo>
                  <a:cubicBezTo>
                    <a:pt x="34" y="0"/>
                    <a:pt x="0" y="35"/>
                    <a:pt x="0" y="77"/>
                  </a:cubicBezTo>
                  <a:cubicBezTo>
                    <a:pt x="0" y="119"/>
                    <a:pt x="34" y="154"/>
                    <a:pt x="77" y="154"/>
                  </a:cubicBezTo>
                  <a:cubicBezTo>
                    <a:pt x="119" y="154"/>
                    <a:pt x="153" y="119"/>
                    <a:pt x="153" y="77"/>
                  </a:cubicBezTo>
                  <a:cubicBezTo>
                    <a:pt x="153" y="35"/>
                    <a:pt x="119" y="0"/>
                    <a:pt x="77" y="0"/>
                  </a:cubicBezTo>
                  <a:close/>
                  <a:moveTo>
                    <a:pt x="77" y="0"/>
                  </a:moveTo>
                  <a:cubicBezTo>
                    <a:pt x="77" y="0"/>
                    <a:pt x="77" y="0"/>
                    <a:pt x="7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effectLst>
                  <a:innerShdw blurRad="114300">
                    <a:prstClr val="black"/>
                  </a:innerShdw>
                </a:effectLst>
                <a:latin typeface="Tahoma" panose="020B0604030504040204" pitchFamily="34" charset="0"/>
              </a:endParaRPr>
            </a:p>
          </p:txBody>
        </p:sp>
      </p:grpSp>
      <p:grpSp>
        <p:nvGrpSpPr>
          <p:cNvPr id="11" name="Groupe 10" descr="Bouton Facebook">
            <a:extLst>
              <a:ext uri="{FF2B5EF4-FFF2-40B4-BE49-F238E27FC236}">
                <a16:creationId xmlns:a16="http://schemas.microsoft.com/office/drawing/2014/main" id="{5EA70821-616A-3D2E-AEBD-0D19C355D9BA}"/>
              </a:ext>
            </a:extLst>
          </p:cNvPr>
          <p:cNvGrpSpPr/>
          <p:nvPr userDrawn="1"/>
        </p:nvGrpSpPr>
        <p:grpSpPr>
          <a:xfrm>
            <a:off x="9776815" y="3001883"/>
            <a:ext cx="327105" cy="327105"/>
            <a:chOff x="1168400" y="5921295"/>
            <a:chExt cx="327105" cy="327105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6127BE49-D192-6DFE-D0F3-9F722935C882}"/>
                </a:ext>
              </a:extLst>
            </p:cNvPr>
            <p:cNvSpPr/>
            <p:nvPr userDrawn="1"/>
          </p:nvSpPr>
          <p:spPr>
            <a:xfrm>
              <a:off x="11684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D5C6FDC-A05C-2BDB-A154-5674E096D2F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94312" y="6004509"/>
              <a:ext cx="75280" cy="160676"/>
            </a:xfrm>
            <a:custGeom>
              <a:avLst/>
              <a:gdLst>
                <a:gd name="T0" fmla="*/ 512 w 766"/>
                <a:gd name="T1" fmla="*/ 1638 h 1638"/>
                <a:gd name="T2" fmla="*/ 205 w 766"/>
                <a:gd name="T3" fmla="*/ 1638 h 1638"/>
                <a:gd name="T4" fmla="*/ 205 w 766"/>
                <a:gd name="T5" fmla="*/ 819 h 1638"/>
                <a:gd name="T6" fmla="*/ 0 w 766"/>
                <a:gd name="T7" fmla="*/ 819 h 1638"/>
                <a:gd name="T8" fmla="*/ 0 w 766"/>
                <a:gd name="T9" fmla="*/ 537 h 1638"/>
                <a:gd name="T10" fmla="*/ 205 w 766"/>
                <a:gd name="T11" fmla="*/ 537 h 1638"/>
                <a:gd name="T12" fmla="*/ 204 w 766"/>
                <a:gd name="T13" fmla="*/ 370 h 1638"/>
                <a:gd name="T14" fmla="*/ 538 w 766"/>
                <a:gd name="T15" fmla="*/ 0 h 1638"/>
                <a:gd name="T16" fmla="*/ 764 w 766"/>
                <a:gd name="T17" fmla="*/ 0 h 1638"/>
                <a:gd name="T18" fmla="*/ 764 w 766"/>
                <a:gd name="T19" fmla="*/ 282 h 1638"/>
                <a:gd name="T20" fmla="*/ 623 w 766"/>
                <a:gd name="T21" fmla="*/ 282 h 1638"/>
                <a:gd name="T22" fmla="*/ 512 w 766"/>
                <a:gd name="T23" fmla="*/ 395 h 1638"/>
                <a:gd name="T24" fmla="*/ 512 w 766"/>
                <a:gd name="T25" fmla="*/ 537 h 1638"/>
                <a:gd name="T26" fmla="*/ 766 w 766"/>
                <a:gd name="T27" fmla="*/ 537 h 1638"/>
                <a:gd name="T28" fmla="*/ 736 w 766"/>
                <a:gd name="T29" fmla="*/ 819 h 1638"/>
                <a:gd name="T30" fmla="*/ 512 w 766"/>
                <a:gd name="T31" fmla="*/ 819 h 1638"/>
                <a:gd name="T32" fmla="*/ 512 w 766"/>
                <a:gd name="T33" fmla="*/ 1638 h 1638"/>
                <a:gd name="T34" fmla="*/ 512 w 766"/>
                <a:gd name="T35" fmla="*/ 1638 h 1638"/>
                <a:gd name="T36" fmla="*/ 512 w 766"/>
                <a:gd name="T37" fmla="*/ 1638 h 1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6" h="1638">
                  <a:moveTo>
                    <a:pt x="512" y="1638"/>
                  </a:moveTo>
                  <a:cubicBezTo>
                    <a:pt x="205" y="1638"/>
                    <a:pt x="205" y="1638"/>
                    <a:pt x="205" y="1638"/>
                  </a:cubicBezTo>
                  <a:cubicBezTo>
                    <a:pt x="205" y="819"/>
                    <a:pt x="205" y="819"/>
                    <a:pt x="205" y="819"/>
                  </a:cubicBezTo>
                  <a:cubicBezTo>
                    <a:pt x="0" y="819"/>
                    <a:pt x="0" y="819"/>
                    <a:pt x="0" y="819"/>
                  </a:cubicBezTo>
                  <a:cubicBezTo>
                    <a:pt x="0" y="537"/>
                    <a:pt x="0" y="537"/>
                    <a:pt x="0" y="537"/>
                  </a:cubicBezTo>
                  <a:cubicBezTo>
                    <a:pt x="205" y="537"/>
                    <a:pt x="205" y="537"/>
                    <a:pt x="205" y="537"/>
                  </a:cubicBezTo>
                  <a:cubicBezTo>
                    <a:pt x="204" y="370"/>
                    <a:pt x="204" y="370"/>
                    <a:pt x="204" y="370"/>
                  </a:cubicBezTo>
                  <a:cubicBezTo>
                    <a:pt x="204" y="140"/>
                    <a:pt x="267" y="0"/>
                    <a:pt x="538" y="0"/>
                  </a:cubicBezTo>
                  <a:cubicBezTo>
                    <a:pt x="764" y="0"/>
                    <a:pt x="764" y="0"/>
                    <a:pt x="764" y="0"/>
                  </a:cubicBezTo>
                  <a:cubicBezTo>
                    <a:pt x="764" y="282"/>
                    <a:pt x="764" y="282"/>
                    <a:pt x="764" y="282"/>
                  </a:cubicBezTo>
                  <a:cubicBezTo>
                    <a:pt x="623" y="282"/>
                    <a:pt x="623" y="282"/>
                    <a:pt x="623" y="282"/>
                  </a:cubicBezTo>
                  <a:cubicBezTo>
                    <a:pt x="517" y="282"/>
                    <a:pt x="512" y="322"/>
                    <a:pt x="512" y="395"/>
                  </a:cubicBezTo>
                  <a:cubicBezTo>
                    <a:pt x="512" y="537"/>
                    <a:pt x="512" y="537"/>
                    <a:pt x="512" y="537"/>
                  </a:cubicBezTo>
                  <a:cubicBezTo>
                    <a:pt x="766" y="537"/>
                    <a:pt x="766" y="537"/>
                    <a:pt x="766" y="537"/>
                  </a:cubicBezTo>
                  <a:cubicBezTo>
                    <a:pt x="736" y="819"/>
                    <a:pt x="736" y="819"/>
                    <a:pt x="736" y="819"/>
                  </a:cubicBezTo>
                  <a:cubicBezTo>
                    <a:pt x="512" y="819"/>
                    <a:pt x="512" y="819"/>
                    <a:pt x="512" y="819"/>
                  </a:cubicBezTo>
                  <a:lnTo>
                    <a:pt x="512" y="1638"/>
                  </a:lnTo>
                  <a:close/>
                  <a:moveTo>
                    <a:pt x="512" y="1638"/>
                  </a:moveTo>
                  <a:cubicBezTo>
                    <a:pt x="512" y="1638"/>
                    <a:pt x="512" y="1638"/>
                    <a:pt x="512" y="163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latin typeface="Tahoma" panose="020B0604030504040204" pitchFamily="34" charset="0"/>
              </a:endParaRPr>
            </a:p>
          </p:txBody>
        </p:sp>
      </p:grpSp>
      <p:grpSp>
        <p:nvGrpSpPr>
          <p:cNvPr id="14" name="Groupe 13" descr="Bouton X / twitter">
            <a:extLst>
              <a:ext uri="{FF2B5EF4-FFF2-40B4-BE49-F238E27FC236}">
                <a16:creationId xmlns:a16="http://schemas.microsoft.com/office/drawing/2014/main" id="{A913B9C6-DAB4-36A9-F6E0-0A8EA6701901}"/>
              </a:ext>
            </a:extLst>
          </p:cNvPr>
          <p:cNvGrpSpPr/>
          <p:nvPr userDrawn="1"/>
        </p:nvGrpSpPr>
        <p:grpSpPr>
          <a:xfrm>
            <a:off x="10430263" y="3001883"/>
            <a:ext cx="327105" cy="327105"/>
            <a:chOff x="1625600" y="5921295"/>
            <a:chExt cx="327105" cy="327105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BC9B9A9E-D4D9-B72A-883F-6FC3D930E39F}"/>
                </a:ext>
              </a:extLst>
            </p:cNvPr>
            <p:cNvSpPr/>
            <p:nvPr userDrawn="1"/>
          </p:nvSpPr>
          <p:spPr>
            <a:xfrm>
              <a:off x="16256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" name="Freeform 32">
              <a:extLst>
                <a:ext uri="{FF2B5EF4-FFF2-40B4-BE49-F238E27FC236}">
                  <a16:creationId xmlns:a16="http://schemas.microsoft.com/office/drawing/2014/main" id="{08A244D9-DCF6-9EFF-9C0E-90582585CC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4575" y="6014806"/>
              <a:ext cx="169155" cy="140083"/>
            </a:xfrm>
            <a:custGeom>
              <a:avLst/>
              <a:gdLst>
                <a:gd name="T0" fmla="*/ 51 w 51"/>
                <a:gd name="T1" fmla="*/ 5 h 42"/>
                <a:gd name="T2" fmla="*/ 45 w 51"/>
                <a:gd name="T3" fmla="*/ 7 h 42"/>
                <a:gd name="T4" fmla="*/ 50 w 51"/>
                <a:gd name="T5" fmla="*/ 1 h 42"/>
                <a:gd name="T6" fmla="*/ 43 w 51"/>
                <a:gd name="T7" fmla="*/ 3 h 42"/>
                <a:gd name="T8" fmla="*/ 35 w 51"/>
                <a:gd name="T9" fmla="*/ 0 h 42"/>
                <a:gd name="T10" fmla="*/ 25 w 51"/>
                <a:gd name="T11" fmla="*/ 10 h 42"/>
                <a:gd name="T12" fmla="*/ 25 w 51"/>
                <a:gd name="T13" fmla="*/ 13 h 42"/>
                <a:gd name="T14" fmla="*/ 4 w 51"/>
                <a:gd name="T15" fmla="*/ 2 h 42"/>
                <a:gd name="T16" fmla="*/ 2 w 51"/>
                <a:gd name="T17" fmla="*/ 7 h 42"/>
                <a:gd name="T18" fmla="*/ 7 w 51"/>
                <a:gd name="T19" fmla="*/ 16 h 42"/>
                <a:gd name="T20" fmla="*/ 2 w 51"/>
                <a:gd name="T21" fmla="*/ 15 h 42"/>
                <a:gd name="T22" fmla="*/ 2 w 51"/>
                <a:gd name="T23" fmla="*/ 15 h 42"/>
                <a:gd name="T24" fmla="*/ 10 w 51"/>
                <a:gd name="T25" fmla="*/ 25 h 42"/>
                <a:gd name="T26" fmla="*/ 8 w 51"/>
                <a:gd name="T27" fmla="*/ 25 h 42"/>
                <a:gd name="T28" fmla="*/ 6 w 51"/>
                <a:gd name="T29" fmla="*/ 25 h 42"/>
                <a:gd name="T30" fmla="*/ 16 w 51"/>
                <a:gd name="T31" fmla="*/ 33 h 42"/>
                <a:gd name="T32" fmla="*/ 2 w 51"/>
                <a:gd name="T33" fmla="*/ 37 h 42"/>
                <a:gd name="T34" fmla="*/ 0 w 51"/>
                <a:gd name="T35" fmla="*/ 37 h 42"/>
                <a:gd name="T36" fmla="*/ 16 w 51"/>
                <a:gd name="T37" fmla="*/ 42 h 42"/>
                <a:gd name="T38" fmla="*/ 46 w 51"/>
                <a:gd name="T39" fmla="*/ 12 h 42"/>
                <a:gd name="T40" fmla="*/ 46 w 51"/>
                <a:gd name="T41" fmla="*/ 10 h 42"/>
                <a:gd name="T42" fmla="*/ 51 w 51"/>
                <a:gd name="T43" fmla="*/ 5 h 42"/>
                <a:gd name="T44" fmla="*/ 51 w 51"/>
                <a:gd name="T45" fmla="*/ 5 h 42"/>
                <a:gd name="T46" fmla="*/ 51 w 51"/>
                <a:gd name="T47" fmla="*/ 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1" h="42">
                  <a:moveTo>
                    <a:pt x="51" y="5"/>
                  </a:moveTo>
                  <a:cubicBezTo>
                    <a:pt x="49" y="6"/>
                    <a:pt x="47" y="6"/>
                    <a:pt x="45" y="7"/>
                  </a:cubicBezTo>
                  <a:cubicBezTo>
                    <a:pt x="47" y="5"/>
                    <a:pt x="49" y="3"/>
                    <a:pt x="50" y="1"/>
                  </a:cubicBezTo>
                  <a:cubicBezTo>
                    <a:pt x="48" y="2"/>
                    <a:pt x="46" y="3"/>
                    <a:pt x="43" y="3"/>
                  </a:cubicBezTo>
                  <a:cubicBezTo>
                    <a:pt x="41" y="1"/>
                    <a:pt x="38" y="0"/>
                    <a:pt x="35" y="0"/>
                  </a:cubicBezTo>
                  <a:cubicBezTo>
                    <a:pt x="30" y="0"/>
                    <a:pt x="25" y="5"/>
                    <a:pt x="25" y="10"/>
                  </a:cubicBezTo>
                  <a:cubicBezTo>
                    <a:pt x="25" y="11"/>
                    <a:pt x="25" y="12"/>
                    <a:pt x="25" y="13"/>
                  </a:cubicBezTo>
                  <a:cubicBezTo>
                    <a:pt x="16" y="12"/>
                    <a:pt x="9" y="8"/>
                    <a:pt x="4" y="2"/>
                  </a:cubicBezTo>
                  <a:cubicBezTo>
                    <a:pt x="3" y="3"/>
                    <a:pt x="2" y="5"/>
                    <a:pt x="2" y="7"/>
                  </a:cubicBezTo>
                  <a:cubicBezTo>
                    <a:pt x="2" y="11"/>
                    <a:pt x="4" y="14"/>
                    <a:pt x="7" y="16"/>
                  </a:cubicBezTo>
                  <a:cubicBezTo>
                    <a:pt x="5" y="16"/>
                    <a:pt x="3" y="15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20"/>
                    <a:pt x="6" y="24"/>
                    <a:pt x="10" y="25"/>
                  </a:cubicBezTo>
                  <a:cubicBezTo>
                    <a:pt x="10" y="25"/>
                    <a:pt x="9" y="25"/>
                    <a:pt x="8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7" y="29"/>
                    <a:pt x="11" y="32"/>
                    <a:pt x="16" y="33"/>
                  </a:cubicBezTo>
                  <a:cubicBezTo>
                    <a:pt x="12" y="35"/>
                    <a:pt x="7" y="37"/>
                    <a:pt x="2" y="37"/>
                  </a:cubicBezTo>
                  <a:cubicBezTo>
                    <a:pt x="2" y="37"/>
                    <a:pt x="1" y="37"/>
                    <a:pt x="0" y="37"/>
                  </a:cubicBezTo>
                  <a:cubicBezTo>
                    <a:pt x="5" y="40"/>
                    <a:pt x="10" y="42"/>
                    <a:pt x="16" y="42"/>
                  </a:cubicBezTo>
                  <a:cubicBezTo>
                    <a:pt x="35" y="42"/>
                    <a:pt x="46" y="26"/>
                    <a:pt x="46" y="1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8" y="9"/>
                    <a:pt x="50" y="7"/>
                    <a:pt x="51" y="5"/>
                  </a:cubicBezTo>
                  <a:close/>
                  <a:moveTo>
                    <a:pt x="51" y="5"/>
                  </a:moveTo>
                  <a:cubicBezTo>
                    <a:pt x="51" y="5"/>
                    <a:pt x="51" y="5"/>
                    <a:pt x="51" y="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latin typeface="Tahoma" panose="020B0604030504040204" pitchFamily="34" charset="0"/>
              </a:endParaRPr>
            </a:p>
          </p:txBody>
        </p:sp>
      </p:grpSp>
      <p:grpSp>
        <p:nvGrpSpPr>
          <p:cNvPr id="17" name="Groupe 16" descr="Bouton Youtube">
            <a:extLst>
              <a:ext uri="{FF2B5EF4-FFF2-40B4-BE49-F238E27FC236}">
                <a16:creationId xmlns:a16="http://schemas.microsoft.com/office/drawing/2014/main" id="{8255CDF0-068D-8FCA-B0E8-E3AC666CD9FC}"/>
              </a:ext>
            </a:extLst>
          </p:cNvPr>
          <p:cNvGrpSpPr/>
          <p:nvPr userDrawn="1"/>
        </p:nvGrpSpPr>
        <p:grpSpPr>
          <a:xfrm>
            <a:off x="11083710" y="3001883"/>
            <a:ext cx="327105" cy="327105"/>
            <a:chOff x="2082800" y="5921295"/>
            <a:chExt cx="327105" cy="327105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B953C872-2B48-E225-C4B2-47731D50EED1}"/>
                </a:ext>
              </a:extLst>
            </p:cNvPr>
            <p:cNvSpPr/>
            <p:nvPr userDrawn="1"/>
          </p:nvSpPr>
          <p:spPr>
            <a:xfrm>
              <a:off x="20828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0F5A5E4C-BA69-3547-AB40-DFCE5583F6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67126" y="5991354"/>
              <a:ext cx="158452" cy="186987"/>
            </a:xfrm>
            <a:prstGeom prst="rect">
              <a:avLst/>
            </a:prstGeom>
          </p:spPr>
        </p:pic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39C321AD-2BD3-D925-7945-DDDAD7885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74713" y="6372428"/>
            <a:ext cx="1397876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fr-FR" sz="800" b="1" smtClean="0">
                <a:solidFill>
                  <a:schemeClr val="bg2"/>
                </a:solidFill>
              </a:rPr>
              <a:t>‹#›</a:t>
            </a:fld>
            <a:endParaRPr lang="fr-FR" sz="800" b="1">
              <a:solidFill>
                <a:schemeClr val="bg2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AB816-3393-15C5-8C5E-5F3C17EBC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29008" y="6368235"/>
            <a:ext cx="0" cy="13149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3775ED-6AB9-9010-8DAF-7552E8112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spcBef>
                <a:spcPts val="600"/>
              </a:spcBef>
            </a:pPr>
            <a:r>
              <a:rPr lang="en-GB" noProof="0"/>
              <a:t>Name of the presentation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200F79C-F337-BABD-1AD3-6EEEAA071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67773" y="6132566"/>
            <a:ext cx="2773363" cy="68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1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5Colum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84290082-BE17-BFCA-5D96-372294B8C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08720" y="1641132"/>
            <a:ext cx="2084832" cy="1095692"/>
          </a:xfrm>
          <a:prstGeom prst="rect">
            <a:avLst/>
          </a:prstGeom>
          <a:solidFill>
            <a:schemeClr val="bg1"/>
          </a:solidFill>
          <a:effectLst>
            <a:outerShdw blurRad="76200" algn="ctr" rotWithShape="0">
              <a:schemeClr val="accent6">
                <a:alpha val="25000"/>
              </a:schemeClr>
            </a:outerShdw>
          </a:effectLst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4" name="Picture Placeholder 23">
            <a:extLst>
              <a:ext uri="{FF2B5EF4-FFF2-40B4-BE49-F238E27FC236}">
                <a16:creationId xmlns:a16="http://schemas.microsoft.com/office/drawing/2014/main" id="{4FC3D451-DEA8-CDA6-5BD2-8C0CC4B43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830932" y="1641132"/>
            <a:ext cx="2084832" cy="1095692"/>
          </a:xfrm>
          <a:prstGeom prst="rect">
            <a:avLst/>
          </a:prstGeom>
          <a:solidFill>
            <a:schemeClr val="bg1"/>
          </a:solidFill>
          <a:effectLst>
            <a:outerShdw blurRad="76200" algn="ctr" rotWithShape="0">
              <a:schemeClr val="accent6">
                <a:alpha val="25000"/>
              </a:schemeClr>
            </a:outerShdw>
          </a:effectLst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9" name="Picture Placeholder 27">
            <a:extLst>
              <a:ext uri="{FF2B5EF4-FFF2-40B4-BE49-F238E27FC236}">
                <a16:creationId xmlns:a16="http://schemas.microsoft.com/office/drawing/2014/main" id="{E157D71D-EDC2-391C-5495-9E4C5F831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053144" y="1641132"/>
            <a:ext cx="2084832" cy="1095692"/>
          </a:xfrm>
          <a:prstGeom prst="rect">
            <a:avLst/>
          </a:prstGeom>
          <a:solidFill>
            <a:schemeClr val="bg1"/>
          </a:solidFill>
          <a:effectLst>
            <a:outerShdw blurRad="76200" algn="ctr" rotWithShape="0">
              <a:schemeClr val="accent6">
                <a:alpha val="25000"/>
              </a:schemeClr>
            </a:outerShdw>
          </a:effectLst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1" name="Picture Placeholder 33">
            <a:extLst>
              <a:ext uri="{FF2B5EF4-FFF2-40B4-BE49-F238E27FC236}">
                <a16:creationId xmlns:a16="http://schemas.microsoft.com/office/drawing/2014/main" id="{671B94D5-A03D-FE71-15C0-F4B127B0A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275356" y="1641132"/>
            <a:ext cx="2084832" cy="1095692"/>
          </a:xfrm>
          <a:prstGeom prst="rect">
            <a:avLst/>
          </a:prstGeom>
          <a:solidFill>
            <a:schemeClr val="bg1"/>
          </a:solidFill>
          <a:effectLst>
            <a:outerShdw blurRad="76200" algn="ctr" rotWithShape="0">
              <a:schemeClr val="accent6">
                <a:alpha val="25000"/>
              </a:schemeClr>
            </a:outerShdw>
          </a:effectLst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3" name="Picture Placeholder 38">
            <a:extLst>
              <a:ext uri="{FF2B5EF4-FFF2-40B4-BE49-F238E27FC236}">
                <a16:creationId xmlns:a16="http://schemas.microsoft.com/office/drawing/2014/main" id="{620BD97F-FE9D-A2C5-D487-5DF02C729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9497568" y="1641132"/>
            <a:ext cx="2084832" cy="1095692"/>
          </a:xfrm>
          <a:prstGeom prst="rect">
            <a:avLst/>
          </a:prstGeom>
          <a:solidFill>
            <a:schemeClr val="bg1"/>
          </a:solidFill>
          <a:effectLst>
            <a:outerShdw blurRad="76200" algn="ctr" rotWithShape="0">
              <a:schemeClr val="accent6">
                <a:alpha val="25000"/>
              </a:schemeClr>
            </a:outerShdw>
          </a:effectLst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5" name="Rectangle : coins arrondis 16">
            <a:extLst>
              <a:ext uri="{FF2B5EF4-FFF2-40B4-BE49-F238E27FC236}">
                <a16:creationId xmlns:a16="http://schemas.microsoft.com/office/drawing/2014/main" id="{C1CAA212-01E2-48A3-FBE0-D9FC93A82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8721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Rectangle : coins arrondis 16">
            <a:extLst>
              <a:ext uri="{FF2B5EF4-FFF2-40B4-BE49-F238E27FC236}">
                <a16:creationId xmlns:a16="http://schemas.microsoft.com/office/drawing/2014/main" id="{9E565FD2-1B22-C07A-E644-C6721B0DA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30933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189F4DA-7315-ACE6-973F-E67DEDA81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53145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" name="Rectangle : coins arrondis 16">
            <a:extLst>
              <a:ext uri="{FF2B5EF4-FFF2-40B4-BE49-F238E27FC236}">
                <a16:creationId xmlns:a16="http://schemas.microsoft.com/office/drawing/2014/main" id="{33C58581-51AF-36F2-668F-AF3C3876D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75357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Rectangle : coins arrondis 16">
            <a:extLst>
              <a:ext uri="{FF2B5EF4-FFF2-40B4-BE49-F238E27FC236}">
                <a16:creationId xmlns:a16="http://schemas.microsoft.com/office/drawing/2014/main" id="{E5A6915D-EBBD-2820-DABF-DE2C06FA7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97568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0" name="Espace réservé du texte 25">
            <a:extLst>
              <a:ext uri="{FF2B5EF4-FFF2-40B4-BE49-F238E27FC236}">
                <a16:creationId xmlns:a16="http://schemas.microsoft.com/office/drawing/2014/main" id="{894772FC-8BE2-F69A-D51F-A049B392057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6758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/>
              <a:t>Click to change the styles of the </a:t>
            </a:r>
            <a:r>
              <a:rPr lang="fr-FR" err="1"/>
              <a:t>text</a:t>
            </a:r>
            <a:r>
              <a:rPr lang="fr-FR"/>
              <a:t> in the </a:t>
            </a:r>
            <a:r>
              <a:rPr lang="fr-FR" err="1"/>
              <a:t>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1" name="Espace réservé du texte 25">
            <a:extLst>
              <a:ext uri="{FF2B5EF4-FFF2-40B4-BE49-F238E27FC236}">
                <a16:creationId xmlns:a16="http://schemas.microsoft.com/office/drawing/2014/main" id="{D04352FF-FEA8-BEAC-F12E-A05D6D036EC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946675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/>
              <a:t>Click to change the styles of the </a:t>
            </a:r>
            <a:r>
              <a:rPr lang="fr-FR" err="1"/>
              <a:t>text</a:t>
            </a:r>
            <a:r>
              <a:rPr lang="fr-FR"/>
              <a:t> in the </a:t>
            </a:r>
            <a:r>
              <a:rPr lang="fr-FR" err="1"/>
              <a:t>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2" name="Espace réservé du texte 25">
            <a:extLst>
              <a:ext uri="{FF2B5EF4-FFF2-40B4-BE49-F238E27FC236}">
                <a16:creationId xmlns:a16="http://schemas.microsoft.com/office/drawing/2014/main" id="{259C8821-7645-0BC0-9FE2-9BAD061C298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166592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/>
              <a:t>Click to change the styles of the </a:t>
            </a:r>
            <a:r>
              <a:rPr lang="fr-FR" err="1"/>
              <a:t>text</a:t>
            </a:r>
            <a:r>
              <a:rPr lang="fr-FR"/>
              <a:t> in the </a:t>
            </a:r>
            <a:r>
              <a:rPr lang="fr-FR" err="1"/>
              <a:t>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3" name="Espace réservé du texte 25">
            <a:extLst>
              <a:ext uri="{FF2B5EF4-FFF2-40B4-BE49-F238E27FC236}">
                <a16:creationId xmlns:a16="http://schemas.microsoft.com/office/drawing/2014/main" id="{E98D819C-C49E-0B7E-F132-D483981E8F1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86509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/>
              <a:t>Click to change the styles of the </a:t>
            </a:r>
            <a:r>
              <a:rPr lang="fr-FR" err="1"/>
              <a:t>text</a:t>
            </a:r>
            <a:r>
              <a:rPr lang="fr-FR"/>
              <a:t> in the </a:t>
            </a:r>
            <a:r>
              <a:rPr lang="fr-FR" err="1"/>
              <a:t>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4" name="Espace réservé du texte 25">
            <a:extLst>
              <a:ext uri="{FF2B5EF4-FFF2-40B4-BE49-F238E27FC236}">
                <a16:creationId xmlns:a16="http://schemas.microsoft.com/office/drawing/2014/main" id="{F75DFFCD-ED76-2539-9728-22117344A7B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06425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/>
              <a:t>Click to change the styles of the </a:t>
            </a:r>
            <a:r>
              <a:rPr lang="fr-FR" err="1"/>
              <a:t>text</a:t>
            </a:r>
            <a:r>
              <a:rPr lang="fr-FR"/>
              <a:t> in the </a:t>
            </a:r>
            <a:r>
              <a:rPr lang="fr-FR" err="1"/>
              <a:t>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5" name="Rectangle : coins arrondis 10">
            <a:extLst>
              <a:ext uri="{FF2B5EF4-FFF2-40B4-BE49-F238E27FC236}">
                <a16:creationId xmlns:a16="http://schemas.microsoft.com/office/drawing/2014/main" id="{925C797C-E3BC-AFF2-0C2F-323960878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608720" y="2293910"/>
            <a:ext cx="2084832" cy="442913"/>
          </a:xfrm>
          <a:prstGeom prst="rect">
            <a:avLst/>
          </a:prstGeom>
          <a:gradFill flip="none" rotWithShape="1">
            <a:gsLst>
              <a:gs pos="0">
                <a:srgbClr val="2A1449">
                  <a:alpha val="59000"/>
                </a:srgbClr>
              </a:gs>
              <a:gs pos="72000">
                <a:schemeClr val="bg2">
                  <a:alpha val="0"/>
                </a:schemeClr>
              </a:gs>
            </a:gsLst>
            <a:lin ang="16200000" scaled="1"/>
            <a:tileRect/>
          </a:gradFill>
          <a:ln w="31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fr-FR" sz="18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000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fr-FR" sz="14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85750" algn="l" defTabSz="261938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601913" algn="l"/>
              </a:tabLst>
              <a:defRPr lang="fr-FR" sz="12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1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fr-FR" sz="12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</a:rPr>
              <a:t>Click to edit title</a:t>
            </a:r>
          </a:p>
        </p:txBody>
      </p:sp>
      <p:sp>
        <p:nvSpPr>
          <p:cNvPr id="26" name="Rectangle : coins arrondis 10">
            <a:extLst>
              <a:ext uri="{FF2B5EF4-FFF2-40B4-BE49-F238E27FC236}">
                <a16:creationId xmlns:a16="http://schemas.microsoft.com/office/drawing/2014/main" id="{6C8E9D17-3135-E75F-99AE-9537525C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2830932" y="2293910"/>
            <a:ext cx="2084832" cy="442913"/>
          </a:xfrm>
          <a:prstGeom prst="rect">
            <a:avLst/>
          </a:prstGeom>
          <a:gradFill flip="none" rotWithShape="1">
            <a:gsLst>
              <a:gs pos="0">
                <a:srgbClr val="2A1449">
                  <a:alpha val="59000"/>
                </a:srgbClr>
              </a:gs>
              <a:gs pos="72000">
                <a:schemeClr val="bg2">
                  <a:alpha val="0"/>
                </a:schemeClr>
              </a:gs>
            </a:gsLst>
            <a:lin ang="16200000" scaled="1"/>
            <a:tileRect/>
          </a:gradFill>
          <a:ln w="31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fr-FR" sz="18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000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fr-FR" sz="14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85750" algn="l" defTabSz="261938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601913" algn="l"/>
              </a:tabLst>
              <a:defRPr lang="fr-FR" sz="12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1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fr-FR" sz="12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</a:rPr>
              <a:t>Click to edit title</a:t>
            </a:r>
          </a:p>
        </p:txBody>
      </p:sp>
      <p:sp>
        <p:nvSpPr>
          <p:cNvPr id="27" name="Rectangle : coins arrondis 10">
            <a:extLst>
              <a:ext uri="{FF2B5EF4-FFF2-40B4-BE49-F238E27FC236}">
                <a16:creationId xmlns:a16="http://schemas.microsoft.com/office/drawing/2014/main" id="{9D9402A9-309D-6A47-F2DA-614340C82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053144" y="2293910"/>
            <a:ext cx="2084832" cy="442913"/>
          </a:xfrm>
          <a:prstGeom prst="rect">
            <a:avLst/>
          </a:prstGeom>
          <a:gradFill flip="none" rotWithShape="1">
            <a:gsLst>
              <a:gs pos="0">
                <a:srgbClr val="2A1449">
                  <a:alpha val="59000"/>
                </a:srgbClr>
              </a:gs>
              <a:gs pos="72000">
                <a:schemeClr val="bg2">
                  <a:alpha val="0"/>
                </a:schemeClr>
              </a:gs>
            </a:gsLst>
            <a:lin ang="16200000" scaled="1"/>
            <a:tileRect/>
          </a:gradFill>
          <a:ln w="31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fr-FR" sz="18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000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fr-FR" sz="14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85750" algn="l" defTabSz="261938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601913" algn="l"/>
              </a:tabLst>
              <a:defRPr lang="fr-FR" sz="12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1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fr-FR" sz="12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</a:rPr>
              <a:t>Click to edit title</a:t>
            </a:r>
          </a:p>
        </p:txBody>
      </p:sp>
      <p:sp>
        <p:nvSpPr>
          <p:cNvPr id="28" name="Rectangle : coins arrondis 10">
            <a:extLst>
              <a:ext uri="{FF2B5EF4-FFF2-40B4-BE49-F238E27FC236}">
                <a16:creationId xmlns:a16="http://schemas.microsoft.com/office/drawing/2014/main" id="{2DCB7675-1EB1-AD16-D138-6F4E21F97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7275356" y="2293910"/>
            <a:ext cx="2084832" cy="442913"/>
          </a:xfrm>
          <a:prstGeom prst="rect">
            <a:avLst/>
          </a:prstGeom>
          <a:gradFill flip="none" rotWithShape="1">
            <a:gsLst>
              <a:gs pos="0">
                <a:srgbClr val="2A1449">
                  <a:alpha val="59000"/>
                </a:srgbClr>
              </a:gs>
              <a:gs pos="72000">
                <a:schemeClr val="bg2">
                  <a:alpha val="0"/>
                </a:schemeClr>
              </a:gs>
            </a:gsLst>
            <a:lin ang="16200000" scaled="1"/>
            <a:tileRect/>
          </a:gradFill>
          <a:ln w="31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fr-FR" sz="18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000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fr-FR" sz="14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85750" algn="l" defTabSz="261938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601913" algn="l"/>
              </a:tabLst>
              <a:defRPr lang="fr-FR" sz="12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1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fr-FR" sz="12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</a:rPr>
              <a:t>Click to edit title</a:t>
            </a:r>
          </a:p>
        </p:txBody>
      </p:sp>
      <p:sp>
        <p:nvSpPr>
          <p:cNvPr id="31" name="Rectangle : coins arrondis 10">
            <a:extLst>
              <a:ext uri="{FF2B5EF4-FFF2-40B4-BE49-F238E27FC236}">
                <a16:creationId xmlns:a16="http://schemas.microsoft.com/office/drawing/2014/main" id="{AD592D79-6A61-6FE6-EF7D-46C663BC2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497568" y="2293910"/>
            <a:ext cx="2084832" cy="442913"/>
          </a:xfrm>
          <a:prstGeom prst="rect">
            <a:avLst/>
          </a:prstGeom>
          <a:gradFill flip="none" rotWithShape="1">
            <a:gsLst>
              <a:gs pos="0">
                <a:srgbClr val="2A1449">
                  <a:alpha val="59000"/>
                </a:srgbClr>
              </a:gs>
              <a:gs pos="72000">
                <a:schemeClr val="bg2">
                  <a:alpha val="0"/>
                </a:schemeClr>
              </a:gs>
            </a:gsLst>
            <a:lin ang="16200000" scaled="1"/>
            <a:tileRect/>
          </a:gradFill>
          <a:ln w="31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fr-FR" sz="18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000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fr-FR" sz="14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85750" algn="l" defTabSz="261938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601913" algn="l"/>
              </a:tabLst>
              <a:defRPr lang="fr-FR" sz="12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1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fr-FR" sz="12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</a:rPr>
              <a:t>Click to edit title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5C805176-5B3E-6A6E-739E-108343F24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12" name="Espace réservé du texte 13">
            <a:extLst>
              <a:ext uri="{FF2B5EF4-FFF2-40B4-BE49-F238E27FC236}">
                <a16:creationId xmlns:a16="http://schemas.microsoft.com/office/drawing/2014/main" id="{95A7AD83-B364-1758-688E-AE3BD20D3EF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83273B12-4F19-2B56-3CC7-15B566857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France DU | DI V2 | February 2025</a:t>
            </a:r>
          </a:p>
        </p:txBody>
      </p:sp>
    </p:spTree>
    <p:extLst>
      <p:ext uri="{BB962C8B-B14F-4D97-AF65-F5344CB8AC3E}">
        <p14:creationId xmlns:p14="http://schemas.microsoft.com/office/powerpoint/2010/main" val="1585447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que 5">
            <a:extLst>
              <a:ext uri="{FF2B5EF4-FFF2-40B4-BE49-F238E27FC236}">
                <a16:creationId xmlns:a16="http://schemas.microsoft.com/office/drawing/2014/main" id="{2C800620-5E71-6253-0250-696E7D70982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75341" y="421230"/>
            <a:ext cx="1784820" cy="227159"/>
          </a:xfrm>
          <a:prstGeom prst="rect">
            <a:avLst/>
          </a:prstGeom>
        </p:spPr>
      </p:pic>
      <p:sp>
        <p:nvSpPr>
          <p:cNvPr id="4" name="Espace réservé pour une image  5">
            <a:extLst>
              <a:ext uri="{FF2B5EF4-FFF2-40B4-BE49-F238E27FC236}">
                <a16:creationId xmlns:a16="http://schemas.microsoft.com/office/drawing/2014/main" id="{4D548D45-88BD-5521-3EF1-A328A005A6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000710"/>
            <a:ext cx="11460163" cy="5857290"/>
          </a:xfrm>
          <a:prstGeom prst="rect">
            <a:avLst/>
          </a:prstGeom>
          <a:solidFill>
            <a:schemeClr val="bg1"/>
          </a:solidFill>
        </p:spPr>
        <p:txBody>
          <a:bodyPr lIns="360000" tIns="3240000" rIns="360000"/>
          <a:lstStyle>
            <a:lvl1pPr algn="ctr"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1805" y="3332506"/>
            <a:ext cx="10425483" cy="1495794"/>
          </a:xfrm>
          <a:effectLst>
            <a:outerShdw blurRad="127000" dist="38100" dir="2700000" algn="tl" rotWithShape="0">
              <a:prstClr val="black">
                <a:alpha val="70000"/>
              </a:prstClr>
            </a:outerShdw>
          </a:effectLst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5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presentation’s title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7317" y="5553075"/>
            <a:ext cx="10425483" cy="275973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8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presentation subtitle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0B0C77F6-E4AE-4496-B76D-D2AF8FFF1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1805" y="5080987"/>
            <a:ext cx="450443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5BBA72F-FC58-E56C-444D-F5C504D61573}"/>
              </a:ext>
            </a:extLst>
          </p:cNvPr>
          <p:cNvSpPr/>
          <p:nvPr userDrawn="1"/>
        </p:nvSpPr>
        <p:spPr>
          <a:xfrm rot="5400000">
            <a:off x="5702005" y="-4749876"/>
            <a:ext cx="56149" cy="11460163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FC81D7A-956B-5956-0CB0-F431A05102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2359" y="461780"/>
            <a:ext cx="2273300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598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5">
            <a:extLst>
              <a:ext uri="{FF2B5EF4-FFF2-40B4-BE49-F238E27FC236}">
                <a16:creationId xmlns:a16="http://schemas.microsoft.com/office/drawing/2014/main" id="{CEC8FCF2-3DA2-359D-ECFD-20531A2C6A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000710"/>
            <a:ext cx="11460163" cy="5857290"/>
          </a:xfrm>
          <a:prstGeom prst="rect">
            <a:avLst/>
          </a:prstGeom>
          <a:solidFill>
            <a:schemeClr val="bg1"/>
          </a:solidFill>
        </p:spPr>
        <p:txBody>
          <a:bodyPr lIns="360000" tIns="3240000" rIns="360000"/>
          <a:lstStyle>
            <a:lvl1pPr algn="ctr"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2" y="3022047"/>
            <a:ext cx="10442576" cy="1495794"/>
          </a:xfrm>
          <a:effectLst>
            <a:outerShdw blurRad="127000" dist="38100" dir="2700000" algn="tl" rotWithShape="0">
              <a:prstClr val="black">
                <a:alpha val="70000"/>
              </a:prstClr>
            </a:outerShdw>
          </a:effectLst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5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presentation’s title </a:t>
            </a:r>
            <a:endParaRPr lang="fr-FR" noProof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2" y="5553075"/>
            <a:ext cx="10442575" cy="275973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8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presentation subtitle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0B0C77F6-E4AE-4496-B76D-D2AF8FFF1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4713" y="5080987"/>
            <a:ext cx="450443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792DD4A-9561-6A5E-02F8-EB02727734B3}"/>
              </a:ext>
            </a:extLst>
          </p:cNvPr>
          <p:cNvSpPr/>
          <p:nvPr userDrawn="1"/>
        </p:nvSpPr>
        <p:spPr>
          <a:xfrm rot="5400000">
            <a:off x="5702005" y="-4749876"/>
            <a:ext cx="56149" cy="11460163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23E20222-9EC3-B2A1-408F-504E6496850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75341" y="421230"/>
            <a:ext cx="1784820" cy="227159"/>
          </a:xfrm>
          <a:prstGeom prst="rect">
            <a:avLst/>
          </a:prstGeom>
        </p:spPr>
      </p:pic>
      <p:sp>
        <p:nvSpPr>
          <p:cNvPr id="14" name="Ellipse 4">
            <a:extLst>
              <a:ext uri="{FF2B5EF4-FFF2-40B4-BE49-F238E27FC236}">
                <a16:creationId xmlns:a16="http://schemas.microsoft.com/office/drawing/2014/main" id="{B9155520-1E10-F04B-41E1-7440E8837089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2" name="ZoneTexte 9">
            <a:extLst>
              <a:ext uri="{FF2B5EF4-FFF2-40B4-BE49-F238E27FC236}">
                <a16:creationId xmlns:a16="http://schemas.microsoft.com/office/drawing/2014/main" id="{2E17CDAB-F074-609B-CC8B-31A7744601A8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3" name="Ellipse 12">
            <a:extLst>
              <a:ext uri="{FF2B5EF4-FFF2-40B4-BE49-F238E27FC236}">
                <a16:creationId xmlns:a16="http://schemas.microsoft.com/office/drawing/2014/main" id="{A478B3DC-70C1-B344-C4ED-A245A2DCA596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4" name="ZoneTexte 13">
            <a:extLst>
              <a:ext uri="{FF2B5EF4-FFF2-40B4-BE49-F238E27FC236}">
                <a16:creationId xmlns:a16="http://schemas.microsoft.com/office/drawing/2014/main" id="{064F644D-292A-9991-4C25-FBA6AB645F27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5" name="Ellipse 15">
            <a:extLst>
              <a:ext uri="{FF2B5EF4-FFF2-40B4-BE49-F238E27FC236}">
                <a16:creationId xmlns:a16="http://schemas.microsoft.com/office/drawing/2014/main" id="{3BB98AAE-AE05-4482-60D2-660D9D5BCFE5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6" name="ZoneTexte 16">
            <a:extLst>
              <a:ext uri="{FF2B5EF4-FFF2-40B4-BE49-F238E27FC236}">
                <a16:creationId xmlns:a16="http://schemas.microsoft.com/office/drawing/2014/main" id="{06840E11-D903-4902-D5E6-E26EDDFA5D0E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27" name="Ellipse 18">
            <a:extLst>
              <a:ext uri="{FF2B5EF4-FFF2-40B4-BE49-F238E27FC236}">
                <a16:creationId xmlns:a16="http://schemas.microsoft.com/office/drawing/2014/main" id="{BDA4F997-FB6D-BEAF-4E74-CAF04E44AF8D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8" name="ZoneTexte 19">
            <a:extLst>
              <a:ext uri="{FF2B5EF4-FFF2-40B4-BE49-F238E27FC236}">
                <a16:creationId xmlns:a16="http://schemas.microsoft.com/office/drawing/2014/main" id="{32C58740-8263-455A-FD61-81952C346C02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29" name="Ellipse 31">
            <a:extLst>
              <a:ext uri="{FF2B5EF4-FFF2-40B4-BE49-F238E27FC236}">
                <a16:creationId xmlns:a16="http://schemas.microsoft.com/office/drawing/2014/main" id="{7D3AD670-7164-2F19-8899-2242D4528E4A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0" name="ZoneTexte 32">
            <a:extLst>
              <a:ext uri="{FF2B5EF4-FFF2-40B4-BE49-F238E27FC236}">
                <a16:creationId xmlns:a16="http://schemas.microsoft.com/office/drawing/2014/main" id="{16EE594B-B651-1BA7-A114-A0353F761422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1" name="Ellipse 34">
            <a:extLst>
              <a:ext uri="{FF2B5EF4-FFF2-40B4-BE49-F238E27FC236}">
                <a16:creationId xmlns:a16="http://schemas.microsoft.com/office/drawing/2014/main" id="{9CD82680-6BE6-3EB4-FB5A-929F7DF2E36B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2" name="ZoneTexte 35">
            <a:extLst>
              <a:ext uri="{FF2B5EF4-FFF2-40B4-BE49-F238E27FC236}">
                <a16:creationId xmlns:a16="http://schemas.microsoft.com/office/drawing/2014/main" id="{E2623FD2-AD0B-6CD6-10A0-EEF23C6E0B56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8DF9569-8954-B407-6E85-A950356FB7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2359" y="461780"/>
            <a:ext cx="2273300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0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41E7A487-74E3-4564-A516-173A54E826D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75341" y="6261742"/>
            <a:ext cx="1784820" cy="227159"/>
          </a:xfrm>
          <a:prstGeom prst="rect">
            <a:avLst/>
          </a:prstGeom>
        </p:spPr>
      </p:pic>
      <p:sp>
        <p:nvSpPr>
          <p:cNvPr id="4" name="Espace réservé pour une image  5">
            <a:extLst>
              <a:ext uri="{FF2B5EF4-FFF2-40B4-BE49-F238E27FC236}">
                <a16:creationId xmlns:a16="http://schemas.microsoft.com/office/drawing/2014/main" id="{C52DF0EA-6D3E-A43D-8DC8-4B0474DDC4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372" y="0"/>
            <a:ext cx="11472012" cy="5836502"/>
          </a:xfrm>
          <a:prstGeom prst="rect">
            <a:avLst/>
          </a:prstGeom>
          <a:solidFill>
            <a:schemeClr val="bg1"/>
          </a:solidFill>
        </p:spPr>
        <p:txBody>
          <a:bodyPr lIns="360000" tIns="3240000" rIns="360000"/>
          <a:lstStyle>
            <a:lvl1pPr algn="ctr"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F62F45-8161-A3F0-9AD7-E95202CE2FC6}"/>
              </a:ext>
            </a:extLst>
          </p:cNvPr>
          <p:cNvSpPr/>
          <p:nvPr userDrawn="1"/>
        </p:nvSpPr>
        <p:spPr>
          <a:xfrm>
            <a:off x="-1372" y="0"/>
            <a:ext cx="8162529" cy="5836502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1805" y="1735913"/>
            <a:ext cx="10425483" cy="1495794"/>
          </a:xfrm>
          <a:effectLst>
            <a:outerShdw blurRad="127000" dist="38100" dir="2700000" algn="tl" rotWithShape="0">
              <a:prstClr val="black">
                <a:alpha val="70000"/>
              </a:prstClr>
            </a:outerShdw>
          </a:effectLst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5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presentation’s title </a:t>
            </a:r>
            <a:endParaRPr lang="fr-FR" noProof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1804" y="3956483"/>
            <a:ext cx="10425484" cy="275973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8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presentation subtitle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0B0C77F6-E4AE-4496-B76D-D2AF8FFF1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1805" y="3484395"/>
            <a:ext cx="450443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3B89846-109F-6846-926B-860C6957F67B}"/>
              </a:ext>
            </a:extLst>
          </p:cNvPr>
          <p:cNvSpPr/>
          <p:nvPr userDrawn="1"/>
        </p:nvSpPr>
        <p:spPr>
          <a:xfrm rot="5400000">
            <a:off x="5707247" y="129253"/>
            <a:ext cx="56143" cy="11470641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2" name="Ellipse 4">
            <a:extLst>
              <a:ext uri="{FF2B5EF4-FFF2-40B4-BE49-F238E27FC236}">
                <a16:creationId xmlns:a16="http://schemas.microsoft.com/office/drawing/2014/main" id="{73DE54A9-23B2-FA8F-33E0-EB7A3C90F255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3" name="ZoneTexte 9">
            <a:extLst>
              <a:ext uri="{FF2B5EF4-FFF2-40B4-BE49-F238E27FC236}">
                <a16:creationId xmlns:a16="http://schemas.microsoft.com/office/drawing/2014/main" id="{9C82E9AB-ACED-8BAF-AE71-6FA8A5F96D7C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4" name="Ellipse 12">
            <a:extLst>
              <a:ext uri="{FF2B5EF4-FFF2-40B4-BE49-F238E27FC236}">
                <a16:creationId xmlns:a16="http://schemas.microsoft.com/office/drawing/2014/main" id="{9B39EF34-6221-8B72-BDBC-0ECD14023F97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5" name="ZoneTexte 13">
            <a:extLst>
              <a:ext uri="{FF2B5EF4-FFF2-40B4-BE49-F238E27FC236}">
                <a16:creationId xmlns:a16="http://schemas.microsoft.com/office/drawing/2014/main" id="{12DC7AEF-5B67-2D46-6D26-157FF0BDC4AC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6" name="Ellipse 15">
            <a:extLst>
              <a:ext uri="{FF2B5EF4-FFF2-40B4-BE49-F238E27FC236}">
                <a16:creationId xmlns:a16="http://schemas.microsoft.com/office/drawing/2014/main" id="{0AD09EAD-518D-053B-B81A-1BD30BAC6D1C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16">
            <a:extLst>
              <a:ext uri="{FF2B5EF4-FFF2-40B4-BE49-F238E27FC236}">
                <a16:creationId xmlns:a16="http://schemas.microsoft.com/office/drawing/2014/main" id="{F4EE96DC-6428-2391-7A46-1978A34B6141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28" name="Ellipse 18">
            <a:extLst>
              <a:ext uri="{FF2B5EF4-FFF2-40B4-BE49-F238E27FC236}">
                <a16:creationId xmlns:a16="http://schemas.microsoft.com/office/drawing/2014/main" id="{2F334808-0860-EF80-DE7C-B1CEEBEECE1F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19">
            <a:extLst>
              <a:ext uri="{FF2B5EF4-FFF2-40B4-BE49-F238E27FC236}">
                <a16:creationId xmlns:a16="http://schemas.microsoft.com/office/drawing/2014/main" id="{E312EDCC-3A20-52E9-CF75-E9DE10078501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0" name="Ellipse 31">
            <a:extLst>
              <a:ext uri="{FF2B5EF4-FFF2-40B4-BE49-F238E27FC236}">
                <a16:creationId xmlns:a16="http://schemas.microsoft.com/office/drawing/2014/main" id="{BB36FAC7-F76D-F500-A7A8-48CE6B60C4DA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32">
            <a:extLst>
              <a:ext uri="{FF2B5EF4-FFF2-40B4-BE49-F238E27FC236}">
                <a16:creationId xmlns:a16="http://schemas.microsoft.com/office/drawing/2014/main" id="{5CAA6486-350E-999F-D59C-F7335C401683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2" name="Ellipse 34">
            <a:extLst>
              <a:ext uri="{FF2B5EF4-FFF2-40B4-BE49-F238E27FC236}">
                <a16:creationId xmlns:a16="http://schemas.microsoft.com/office/drawing/2014/main" id="{2D065F45-CAC3-DD79-C2D7-6EE9DD27D230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3" name="ZoneTexte 35">
            <a:extLst>
              <a:ext uri="{FF2B5EF4-FFF2-40B4-BE49-F238E27FC236}">
                <a16:creationId xmlns:a16="http://schemas.microsoft.com/office/drawing/2014/main" id="{77BFDEE9-6A11-287C-AD95-66169DDD5E2D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E0466CC-BBEF-67FA-B037-3B93ECBC40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863" y="6323801"/>
            <a:ext cx="2273300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595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1635314" y="-1644462"/>
            <a:ext cx="5886072" cy="9156700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C7608BF0-2CC2-BB3A-D9D0-CE268F59DCE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56700" y="-1"/>
            <a:ext cx="3035300" cy="5876923"/>
          </a:xfrm>
          <a:prstGeom prst="rect">
            <a:avLst/>
          </a:prstGeom>
          <a:solidFill>
            <a:schemeClr val="bg1"/>
          </a:solidFill>
        </p:spPr>
        <p:txBody>
          <a:bodyPr lIns="360000" tIns="3240000" rIns="360000"/>
          <a:lstStyle>
            <a:lvl1pPr algn="ctr"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DA429C45-7D9B-DCA1-9E18-AA7BBF404B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735913"/>
            <a:ext cx="8072804" cy="1495794"/>
          </a:xfrm>
          <a:effectLst/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5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presentation’s title </a:t>
            </a:r>
            <a:endParaRPr lang="fr-FR" noProof="0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12CA5D7A-3444-926C-398F-D4179979936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2" y="3956483"/>
            <a:ext cx="8072804" cy="275973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8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presentation subtitle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AB7CBC4B-D900-343F-8277-FC2DF7D00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4713" y="3484395"/>
            <a:ext cx="450443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lipse 4">
            <a:extLst>
              <a:ext uri="{FF2B5EF4-FFF2-40B4-BE49-F238E27FC236}">
                <a16:creationId xmlns:a16="http://schemas.microsoft.com/office/drawing/2014/main" id="{4529F343-DAB8-CF21-7139-FD20E2A55582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2" name="ZoneTexte 9">
            <a:extLst>
              <a:ext uri="{FF2B5EF4-FFF2-40B4-BE49-F238E27FC236}">
                <a16:creationId xmlns:a16="http://schemas.microsoft.com/office/drawing/2014/main" id="{8463FDBF-64AD-09AA-C1C0-F03E9A7903A5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3" name="Ellipse 12">
            <a:extLst>
              <a:ext uri="{FF2B5EF4-FFF2-40B4-BE49-F238E27FC236}">
                <a16:creationId xmlns:a16="http://schemas.microsoft.com/office/drawing/2014/main" id="{98D6941F-E7AE-930F-1104-2B81777697C6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4" name="ZoneTexte 13">
            <a:extLst>
              <a:ext uri="{FF2B5EF4-FFF2-40B4-BE49-F238E27FC236}">
                <a16:creationId xmlns:a16="http://schemas.microsoft.com/office/drawing/2014/main" id="{719EBC69-83D5-226E-0489-4D9B6D84B711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5" name="Ellipse 15">
            <a:extLst>
              <a:ext uri="{FF2B5EF4-FFF2-40B4-BE49-F238E27FC236}">
                <a16:creationId xmlns:a16="http://schemas.microsoft.com/office/drawing/2014/main" id="{1B4E5DD4-2FA4-B74F-C735-84E3D8F984C9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6" name="ZoneTexte 16">
            <a:extLst>
              <a:ext uri="{FF2B5EF4-FFF2-40B4-BE49-F238E27FC236}">
                <a16:creationId xmlns:a16="http://schemas.microsoft.com/office/drawing/2014/main" id="{C2738488-8A6E-166C-FA94-CE8FDDB8472F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27" name="Ellipse 18">
            <a:extLst>
              <a:ext uri="{FF2B5EF4-FFF2-40B4-BE49-F238E27FC236}">
                <a16:creationId xmlns:a16="http://schemas.microsoft.com/office/drawing/2014/main" id="{D5AB6EEE-A231-D907-0C1E-324875592547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8" name="ZoneTexte 19">
            <a:extLst>
              <a:ext uri="{FF2B5EF4-FFF2-40B4-BE49-F238E27FC236}">
                <a16:creationId xmlns:a16="http://schemas.microsoft.com/office/drawing/2014/main" id="{60B0EEF9-93A2-1A96-A65F-352C9D0A1C5A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29" name="Ellipse 31">
            <a:extLst>
              <a:ext uri="{FF2B5EF4-FFF2-40B4-BE49-F238E27FC236}">
                <a16:creationId xmlns:a16="http://schemas.microsoft.com/office/drawing/2014/main" id="{BDF496F9-9BED-E200-559C-C6754D228D56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0" name="ZoneTexte 32">
            <a:extLst>
              <a:ext uri="{FF2B5EF4-FFF2-40B4-BE49-F238E27FC236}">
                <a16:creationId xmlns:a16="http://schemas.microsoft.com/office/drawing/2014/main" id="{7333BEEE-BA3B-127A-8062-13A0D38F9268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1" name="Ellipse 34">
            <a:extLst>
              <a:ext uri="{FF2B5EF4-FFF2-40B4-BE49-F238E27FC236}">
                <a16:creationId xmlns:a16="http://schemas.microsoft.com/office/drawing/2014/main" id="{8A769E21-D4AF-0F10-2B2D-152BDCABEC96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2" name="ZoneTexte 35">
            <a:extLst>
              <a:ext uri="{FF2B5EF4-FFF2-40B4-BE49-F238E27FC236}">
                <a16:creationId xmlns:a16="http://schemas.microsoft.com/office/drawing/2014/main" id="{A3D02C67-5849-DAEE-BB05-F71B23F1F011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2642F33-75B4-8A82-3143-6EF7905400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863" y="6323801"/>
            <a:ext cx="2273300" cy="165100"/>
          </a:xfrm>
          <a:prstGeom prst="rect">
            <a:avLst/>
          </a:prstGeom>
        </p:spPr>
      </p:pic>
      <p:pic>
        <p:nvPicPr>
          <p:cNvPr id="3" name="Graphique 2">
            <a:extLst>
              <a:ext uri="{FF2B5EF4-FFF2-40B4-BE49-F238E27FC236}">
                <a16:creationId xmlns:a16="http://schemas.microsoft.com/office/drawing/2014/main" id="{85A0CF8E-68F1-FE9E-88CA-A066ACAC1C8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5341" y="6261742"/>
            <a:ext cx="1784820" cy="22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518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2787045" y="-2796197"/>
            <a:ext cx="5886076" cy="11460165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B9CBFCD-0200-4DFF-BF87-6BAE55A537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735913"/>
            <a:ext cx="10442575" cy="1495794"/>
          </a:xfrm>
          <a:effectLst/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5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presentation’s title </a:t>
            </a:r>
            <a:endParaRPr lang="fr-FR" noProof="0"/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4C997F04-95FA-88B9-E423-3E6DE2F81A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2" y="3956483"/>
            <a:ext cx="10442575" cy="275973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8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presentation subtitle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0A0FD985-1688-C1CB-63AE-0CFF4C359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4713" y="3484395"/>
            <a:ext cx="450443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lipse 4">
            <a:extLst>
              <a:ext uri="{FF2B5EF4-FFF2-40B4-BE49-F238E27FC236}">
                <a16:creationId xmlns:a16="http://schemas.microsoft.com/office/drawing/2014/main" id="{A414C058-4ABF-E7FB-C237-C002AAA69A44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1" name="ZoneTexte 9">
            <a:extLst>
              <a:ext uri="{FF2B5EF4-FFF2-40B4-BE49-F238E27FC236}">
                <a16:creationId xmlns:a16="http://schemas.microsoft.com/office/drawing/2014/main" id="{EB9ED7B5-325C-0FEC-1AE6-8140D5CD2503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2" name="Ellipse 12">
            <a:extLst>
              <a:ext uri="{FF2B5EF4-FFF2-40B4-BE49-F238E27FC236}">
                <a16:creationId xmlns:a16="http://schemas.microsoft.com/office/drawing/2014/main" id="{54EE81A4-7BC9-62DA-D2E3-27C07F4779BB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3" name="ZoneTexte 13">
            <a:extLst>
              <a:ext uri="{FF2B5EF4-FFF2-40B4-BE49-F238E27FC236}">
                <a16:creationId xmlns:a16="http://schemas.microsoft.com/office/drawing/2014/main" id="{BEDA8F05-BD75-C467-7BE6-FAA0C9405B10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4" name="Ellipse 15">
            <a:extLst>
              <a:ext uri="{FF2B5EF4-FFF2-40B4-BE49-F238E27FC236}">
                <a16:creationId xmlns:a16="http://schemas.microsoft.com/office/drawing/2014/main" id="{B0666390-3861-AEEC-4B86-273D7BF102EF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5" name="ZoneTexte 16">
            <a:extLst>
              <a:ext uri="{FF2B5EF4-FFF2-40B4-BE49-F238E27FC236}">
                <a16:creationId xmlns:a16="http://schemas.microsoft.com/office/drawing/2014/main" id="{DDE0146D-8CE2-6F8E-ED6D-168C5042CF65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26" name="Ellipse 18">
            <a:extLst>
              <a:ext uri="{FF2B5EF4-FFF2-40B4-BE49-F238E27FC236}">
                <a16:creationId xmlns:a16="http://schemas.microsoft.com/office/drawing/2014/main" id="{39045B9F-59FE-6DA2-0B11-70E5C9127F54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19">
            <a:extLst>
              <a:ext uri="{FF2B5EF4-FFF2-40B4-BE49-F238E27FC236}">
                <a16:creationId xmlns:a16="http://schemas.microsoft.com/office/drawing/2014/main" id="{81431E2D-7208-5896-F7FE-11A33BDAFFCA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28" name="Ellipse 31">
            <a:extLst>
              <a:ext uri="{FF2B5EF4-FFF2-40B4-BE49-F238E27FC236}">
                <a16:creationId xmlns:a16="http://schemas.microsoft.com/office/drawing/2014/main" id="{E0A51517-7F2D-AF02-E82E-0FC7C24129F4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32">
            <a:extLst>
              <a:ext uri="{FF2B5EF4-FFF2-40B4-BE49-F238E27FC236}">
                <a16:creationId xmlns:a16="http://schemas.microsoft.com/office/drawing/2014/main" id="{8E10A450-91AF-E382-650C-63A914E3ACB3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0" name="Ellipse 34">
            <a:extLst>
              <a:ext uri="{FF2B5EF4-FFF2-40B4-BE49-F238E27FC236}">
                <a16:creationId xmlns:a16="http://schemas.microsoft.com/office/drawing/2014/main" id="{589E74EF-8D32-8C3E-08FF-151A6052606F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35">
            <a:extLst>
              <a:ext uri="{FF2B5EF4-FFF2-40B4-BE49-F238E27FC236}">
                <a16:creationId xmlns:a16="http://schemas.microsoft.com/office/drawing/2014/main" id="{6B46CA87-B7EB-4AE2-A927-F637D4ACEEF7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5BCB91A-F6C4-3F11-9417-C572658258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863" y="6323801"/>
            <a:ext cx="2273300" cy="165100"/>
          </a:xfrm>
          <a:prstGeom prst="rect">
            <a:avLst/>
          </a:prstGeom>
        </p:spPr>
      </p:pic>
      <p:pic>
        <p:nvPicPr>
          <p:cNvPr id="4" name="Graphique 3">
            <a:extLst>
              <a:ext uri="{FF2B5EF4-FFF2-40B4-BE49-F238E27FC236}">
                <a16:creationId xmlns:a16="http://schemas.microsoft.com/office/drawing/2014/main" id="{20C85788-C87F-63CC-F5BD-F31A17D1D86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5341" y="6261742"/>
            <a:ext cx="1784820" cy="22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97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2787044" y="-2796193"/>
            <a:ext cx="5886074" cy="11460162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05325" y="2988195"/>
            <a:ext cx="2685920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tabLst>
                <a:tab pos="1611313" algn="l"/>
              </a:tabLst>
              <a:defRPr sz="16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DD1975B-81B5-6CD2-D049-E16C972E8E65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CCD3D01A-D13D-1F92-5EF4-5491CF37B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42523" y="2873185"/>
            <a:ext cx="0" cy="746124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34907AE5-58DD-ECAC-F4EE-9C21D11E8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42523" y="4340986"/>
            <a:ext cx="0" cy="746124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9D83069-9A8A-F743-9F8E-D6594AD9D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89180" y="2873185"/>
            <a:ext cx="0" cy="746124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ECA6A77-9FA0-AAB9-5411-F5CFFC2DF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89180" y="4340986"/>
            <a:ext cx="0" cy="746124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space réservé du texte 5">
            <a:extLst>
              <a:ext uri="{FF2B5EF4-FFF2-40B4-BE49-F238E27FC236}">
                <a16:creationId xmlns:a16="http://schemas.microsoft.com/office/drawing/2014/main" id="{1334F84C-3E3C-D8A5-1570-3C0B53E31D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05326" y="4455996"/>
            <a:ext cx="2685920" cy="49244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lang="fr-FR" sz="1600" cap="none" baseline="0" dirty="0" smtClean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31" name="Espace réservé du texte 5">
            <a:extLst>
              <a:ext uri="{FF2B5EF4-FFF2-40B4-BE49-F238E27FC236}">
                <a16:creationId xmlns:a16="http://schemas.microsoft.com/office/drawing/2014/main" id="{A06F5BA3-3D82-207F-66B3-182D86F396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55517" y="4455996"/>
            <a:ext cx="2685920" cy="49244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lang="fr-FR" sz="1600" cap="none" baseline="0" dirty="0" smtClean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32" name="Espace réservé du texte 5">
            <a:extLst>
              <a:ext uri="{FF2B5EF4-FFF2-40B4-BE49-F238E27FC236}">
                <a16:creationId xmlns:a16="http://schemas.microsoft.com/office/drawing/2014/main" id="{E5D096EF-BDC7-563B-37D2-69571AE0DC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51982" y="2988195"/>
            <a:ext cx="2685920" cy="49244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lang="fr-FR" sz="1600" cap="none" baseline="0" dirty="0" smtClean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688E9264-FFE8-4ECE-8AF2-22921FA7812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4708" y="768643"/>
            <a:ext cx="10442579" cy="9971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buSzPct val="100000"/>
              <a:defRPr sz="7200" b="1">
                <a:ln>
                  <a:solidFill>
                    <a:schemeClr val="bg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Summary</a:t>
            </a:r>
            <a:endParaRPr lang="en-US"/>
          </a:p>
        </p:txBody>
      </p:sp>
      <p:sp>
        <p:nvSpPr>
          <p:cNvPr id="36" name="Espace réservé du texte 33">
            <a:extLst>
              <a:ext uri="{FF2B5EF4-FFF2-40B4-BE49-F238E27FC236}">
                <a16:creationId xmlns:a16="http://schemas.microsoft.com/office/drawing/2014/main" id="{B5F3F6F6-4BD9-3863-68BF-B84FDA2BD5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1224" y="2694558"/>
            <a:ext cx="1276731" cy="1103379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buSzPct val="100000"/>
              <a:defRPr sz="7200" b="1">
                <a:ln>
                  <a:solidFill>
                    <a:schemeClr val="bg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sp>
        <p:nvSpPr>
          <p:cNvPr id="37" name="Espace réservé du texte 33">
            <a:extLst>
              <a:ext uri="{FF2B5EF4-FFF2-40B4-BE49-F238E27FC236}">
                <a16:creationId xmlns:a16="http://schemas.microsoft.com/office/drawing/2014/main" id="{EEAA20A5-C039-858C-B6D9-AB96946B1D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1224" y="4162359"/>
            <a:ext cx="1276731" cy="1103379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buSzPct val="100000"/>
              <a:defRPr sz="7200" b="1">
                <a:ln>
                  <a:solidFill>
                    <a:schemeClr val="bg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sp>
        <p:nvSpPr>
          <p:cNvPr id="38" name="Espace réservé du texte 33">
            <a:extLst>
              <a:ext uri="{FF2B5EF4-FFF2-40B4-BE49-F238E27FC236}">
                <a16:creationId xmlns:a16="http://schemas.microsoft.com/office/drawing/2014/main" id="{1728389B-9CD4-1FBC-2149-935DDF595B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43601" y="2694558"/>
            <a:ext cx="1276731" cy="11079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buSzPct val="100000"/>
              <a:defRPr sz="7200" b="1">
                <a:ln>
                  <a:solidFill>
                    <a:schemeClr val="bg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sp>
        <p:nvSpPr>
          <p:cNvPr id="39" name="Espace réservé du texte 33">
            <a:extLst>
              <a:ext uri="{FF2B5EF4-FFF2-40B4-BE49-F238E27FC236}">
                <a16:creationId xmlns:a16="http://schemas.microsoft.com/office/drawing/2014/main" id="{DE3DE034-E357-C683-98A1-3123946E2C7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43601" y="4160050"/>
            <a:ext cx="1276731" cy="11079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buSzPct val="100000"/>
              <a:defRPr sz="7200" b="1">
                <a:ln>
                  <a:solidFill>
                    <a:schemeClr val="bg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1F1A3A6E-29C9-FA86-F840-83F4DFDF31A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7" name="Ellipse 4">
            <a:extLst>
              <a:ext uri="{FF2B5EF4-FFF2-40B4-BE49-F238E27FC236}">
                <a16:creationId xmlns:a16="http://schemas.microsoft.com/office/drawing/2014/main" id="{F9534498-9C4B-C083-F108-347378444239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1" name="ZoneTexte 9">
            <a:extLst>
              <a:ext uri="{FF2B5EF4-FFF2-40B4-BE49-F238E27FC236}">
                <a16:creationId xmlns:a16="http://schemas.microsoft.com/office/drawing/2014/main" id="{35304BF7-03D5-EBB4-8B01-43C8B5C39C50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3" name="Ellipse 12">
            <a:extLst>
              <a:ext uri="{FF2B5EF4-FFF2-40B4-BE49-F238E27FC236}">
                <a16:creationId xmlns:a16="http://schemas.microsoft.com/office/drawing/2014/main" id="{12670BB1-5F9C-C5EF-1BE0-38046B35E81A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4" name="ZoneTexte 13">
            <a:extLst>
              <a:ext uri="{FF2B5EF4-FFF2-40B4-BE49-F238E27FC236}">
                <a16:creationId xmlns:a16="http://schemas.microsoft.com/office/drawing/2014/main" id="{2EBE23B0-AA23-A06C-4A6F-8C2EC9B70808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6" name="Ellipse 15">
            <a:extLst>
              <a:ext uri="{FF2B5EF4-FFF2-40B4-BE49-F238E27FC236}">
                <a16:creationId xmlns:a16="http://schemas.microsoft.com/office/drawing/2014/main" id="{A2B00702-8A72-5661-CA25-408DA58D59F6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16">
            <a:extLst>
              <a:ext uri="{FF2B5EF4-FFF2-40B4-BE49-F238E27FC236}">
                <a16:creationId xmlns:a16="http://schemas.microsoft.com/office/drawing/2014/main" id="{9597AB22-83EA-46DB-6C7B-AC003DD58080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30" name="Ellipse 18">
            <a:extLst>
              <a:ext uri="{FF2B5EF4-FFF2-40B4-BE49-F238E27FC236}">
                <a16:creationId xmlns:a16="http://schemas.microsoft.com/office/drawing/2014/main" id="{2D34E991-E379-B817-EFAE-1408D1418B07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3" name="ZoneTexte 19">
            <a:extLst>
              <a:ext uri="{FF2B5EF4-FFF2-40B4-BE49-F238E27FC236}">
                <a16:creationId xmlns:a16="http://schemas.microsoft.com/office/drawing/2014/main" id="{F23EF03C-74FA-BF75-82C8-96328B9F65D4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40" name="Ellipse 31">
            <a:extLst>
              <a:ext uri="{FF2B5EF4-FFF2-40B4-BE49-F238E27FC236}">
                <a16:creationId xmlns:a16="http://schemas.microsoft.com/office/drawing/2014/main" id="{33D359F3-0C39-D2A1-8E73-304F7FAFA3F4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41" name="ZoneTexte 32">
            <a:extLst>
              <a:ext uri="{FF2B5EF4-FFF2-40B4-BE49-F238E27FC236}">
                <a16:creationId xmlns:a16="http://schemas.microsoft.com/office/drawing/2014/main" id="{96C70AA3-4D51-2EE3-A996-EAD4F9FC450E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42" name="Ellipse 34">
            <a:extLst>
              <a:ext uri="{FF2B5EF4-FFF2-40B4-BE49-F238E27FC236}">
                <a16:creationId xmlns:a16="http://schemas.microsoft.com/office/drawing/2014/main" id="{633134F9-56A4-20B1-1846-CBC150271388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43" name="ZoneTexte 35">
            <a:extLst>
              <a:ext uri="{FF2B5EF4-FFF2-40B4-BE49-F238E27FC236}">
                <a16:creationId xmlns:a16="http://schemas.microsoft.com/office/drawing/2014/main" id="{60221884-3CE2-4E3D-978E-0F65FEACDEE0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  <p:sp>
        <p:nvSpPr>
          <p:cNvPr id="45" name="Espace réservé du texte 33">
            <a:extLst>
              <a:ext uri="{FF2B5EF4-FFF2-40B4-BE49-F238E27FC236}">
                <a16:creationId xmlns:a16="http://schemas.microsoft.com/office/drawing/2014/main" id="{8D9AD67E-6B3A-5F94-54E6-933C7728DC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86065" y="1747244"/>
            <a:ext cx="10131221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4000" b="1" dirty="0">
                <a:ln>
                  <a:noFill/>
                </a:ln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GB" noProof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4102267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887B539A-5E2E-8FA3-8258-95D5D9F70C54}"/>
              </a:ext>
            </a:extLst>
          </p:cNvPr>
          <p:cNvGrpSpPr/>
          <p:nvPr userDrawn="1"/>
        </p:nvGrpSpPr>
        <p:grpSpPr>
          <a:xfrm>
            <a:off x="-11575" y="0"/>
            <a:ext cx="9152681" cy="6858000"/>
            <a:chOff x="-11575" y="0"/>
            <a:chExt cx="9180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9F1DDB0-61BE-341B-DCA1-3D51EBC49529}"/>
                </a:ext>
              </a:extLst>
            </p:cNvPr>
            <p:cNvSpPr/>
            <p:nvPr userDrawn="1"/>
          </p:nvSpPr>
          <p:spPr>
            <a:xfrm>
              <a:off x="-11575" y="0"/>
              <a:ext cx="3060000" cy="6858000"/>
            </a:xfrm>
            <a:prstGeom prst="rect">
              <a:avLst/>
            </a:prstGeom>
            <a:solidFill>
              <a:srgbClr val="1D1D1D">
                <a:alpha val="300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>
                <a:solidFill>
                  <a:schemeClr val="bg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694768A-F5DD-0331-72D4-F367795121C3}"/>
                </a:ext>
              </a:extLst>
            </p:cNvPr>
            <p:cNvSpPr/>
            <p:nvPr userDrawn="1"/>
          </p:nvSpPr>
          <p:spPr>
            <a:xfrm>
              <a:off x="6108425" y="0"/>
              <a:ext cx="3060000" cy="6858000"/>
            </a:xfrm>
            <a:prstGeom prst="rect">
              <a:avLst/>
            </a:prstGeom>
            <a:solidFill>
              <a:srgbClr val="1D1D1D">
                <a:alpha val="300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>
                <a:solidFill>
                  <a:schemeClr val="bg1"/>
                </a:solidFill>
              </a:endParaRPr>
            </a:p>
          </p:txBody>
        </p:sp>
      </p:grp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F4AA411F-0F0F-E6C8-5C23-E73E5D8FA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1002758" y="3862944"/>
            <a:ext cx="0" cy="576000"/>
          </a:xfrm>
          <a:prstGeom prst="line">
            <a:avLst/>
          </a:prstGeom>
          <a:ln w="12700" cap="rnd">
            <a:solidFill>
              <a:srgbClr val="CF02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B5EDC553-81AB-0A71-C6FB-8D4E2D3D28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1209" y="4335126"/>
            <a:ext cx="1981382" cy="492443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buSzPct val="100000"/>
              <a:defRPr sz="1600"/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56" name="Espace réservé du texte 33">
            <a:extLst>
              <a:ext uri="{FF2B5EF4-FFF2-40B4-BE49-F238E27FC236}">
                <a16:creationId xmlns:a16="http://schemas.microsoft.com/office/drawing/2014/main" id="{905270AB-1D9B-39F1-D283-54E5277E4FC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567" y="3076276"/>
            <a:ext cx="1670024" cy="1103379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7200" b="1">
                <a:ln>
                  <a:noFill/>
                </a:ln>
                <a:gradFill>
                  <a:gsLst>
                    <a:gs pos="14000">
                      <a:srgbClr val="8B1D82"/>
                    </a:gs>
                    <a:gs pos="0">
                      <a:srgbClr val="4D1D82"/>
                    </a:gs>
                    <a:gs pos="5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</a:gra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749549D8-672E-B1E1-F269-AC5E12B94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052742" y="3862944"/>
            <a:ext cx="0" cy="576000"/>
          </a:xfrm>
          <a:prstGeom prst="line">
            <a:avLst/>
          </a:prstGeom>
          <a:ln w="12700" cap="rnd">
            <a:solidFill>
              <a:srgbClr val="CF02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space réservé du texte 13">
            <a:extLst>
              <a:ext uri="{FF2B5EF4-FFF2-40B4-BE49-F238E27FC236}">
                <a16:creationId xmlns:a16="http://schemas.microsoft.com/office/drawing/2014/main" id="{D95499D4-5299-67D6-26D7-762200A9994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81193" y="4335126"/>
            <a:ext cx="1981382" cy="492443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buSzPct val="100000"/>
              <a:defRPr sz="1600"/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62" name="Espace réservé du texte 33">
            <a:extLst>
              <a:ext uri="{FF2B5EF4-FFF2-40B4-BE49-F238E27FC236}">
                <a16:creationId xmlns:a16="http://schemas.microsoft.com/office/drawing/2014/main" id="{371B6E62-108F-AB3A-4D72-3E8990B59DB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2551" y="3076276"/>
            <a:ext cx="1670024" cy="1103379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7200" b="1">
                <a:ln>
                  <a:noFill/>
                </a:ln>
                <a:gradFill>
                  <a:gsLst>
                    <a:gs pos="14000">
                      <a:srgbClr val="8B1D82"/>
                    </a:gs>
                    <a:gs pos="0">
                      <a:srgbClr val="4D1D82"/>
                    </a:gs>
                    <a:gs pos="5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</a:gra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93A5CCC8-6C7E-C077-69B0-D4D826DA4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103209" y="3862944"/>
            <a:ext cx="0" cy="576000"/>
          </a:xfrm>
          <a:prstGeom prst="line">
            <a:avLst/>
          </a:prstGeom>
          <a:ln w="12700" cap="rnd">
            <a:solidFill>
              <a:srgbClr val="CF02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Espace réservé du texte 13">
            <a:extLst>
              <a:ext uri="{FF2B5EF4-FFF2-40B4-BE49-F238E27FC236}">
                <a16:creationId xmlns:a16="http://schemas.microsoft.com/office/drawing/2014/main" id="{0C9BA65A-F401-BC80-9E20-A91D86D961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1660" y="4335126"/>
            <a:ext cx="1981382" cy="492443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buSzPct val="100000"/>
              <a:defRPr sz="1600"/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65" name="Espace réservé du texte 33">
            <a:extLst>
              <a:ext uri="{FF2B5EF4-FFF2-40B4-BE49-F238E27FC236}">
                <a16:creationId xmlns:a16="http://schemas.microsoft.com/office/drawing/2014/main" id="{CD125F2A-C443-24C6-BFDD-9C5C220D57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3018" y="3076276"/>
            <a:ext cx="1670024" cy="1103379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7200" b="1">
                <a:ln>
                  <a:noFill/>
                </a:ln>
                <a:gradFill>
                  <a:gsLst>
                    <a:gs pos="14000">
                      <a:srgbClr val="8B1D82"/>
                    </a:gs>
                    <a:gs pos="0">
                      <a:srgbClr val="4D1D82"/>
                    </a:gs>
                    <a:gs pos="5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</a:gra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0AF89E7E-EE9A-9F17-283A-A6C26C4CD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10154103" y="3862944"/>
            <a:ext cx="0" cy="576000"/>
          </a:xfrm>
          <a:prstGeom prst="line">
            <a:avLst/>
          </a:prstGeom>
          <a:ln w="12700" cap="rnd">
            <a:solidFill>
              <a:srgbClr val="CF02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Espace réservé du texte 13">
            <a:extLst>
              <a:ext uri="{FF2B5EF4-FFF2-40B4-BE49-F238E27FC236}">
                <a16:creationId xmlns:a16="http://schemas.microsoft.com/office/drawing/2014/main" id="{BD56EEB2-4897-AD53-2972-EC8C484CE3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682554" y="4335126"/>
            <a:ext cx="1981382" cy="492443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buSzPct val="100000"/>
              <a:defRPr sz="1600"/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68" name="Espace réservé du texte 33">
            <a:extLst>
              <a:ext uri="{FF2B5EF4-FFF2-40B4-BE49-F238E27FC236}">
                <a16:creationId xmlns:a16="http://schemas.microsoft.com/office/drawing/2014/main" id="{1ED7AF33-DB1A-8021-9BB2-A443A4DF53C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93912" y="3076276"/>
            <a:ext cx="1670024" cy="1103379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7200" b="1">
                <a:ln>
                  <a:noFill/>
                </a:ln>
                <a:gradFill>
                  <a:gsLst>
                    <a:gs pos="14000">
                      <a:srgbClr val="8B1D82"/>
                    </a:gs>
                    <a:gs pos="0">
                      <a:srgbClr val="4D1D82"/>
                    </a:gs>
                    <a:gs pos="5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</a:gradFill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sp>
        <p:nvSpPr>
          <p:cNvPr id="69" name="Espace réservé pour une image  5">
            <a:extLst>
              <a:ext uri="{FF2B5EF4-FFF2-40B4-BE49-F238E27FC236}">
                <a16:creationId xmlns:a16="http://schemas.microsoft.com/office/drawing/2014/main" id="{4B9D37E5-022B-2A18-C361-72B934CE1D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7663" y="1251928"/>
            <a:ext cx="3349625" cy="573542"/>
          </a:xfrm>
          <a:prstGeom prst="rect">
            <a:avLst/>
          </a:prstGeom>
          <a:solidFill>
            <a:schemeClr val="bg1"/>
          </a:solidFill>
        </p:spPr>
        <p:txBody>
          <a:bodyPr lIns="0" tIns="0" rIns="180000" anchor="ctr"/>
          <a:lstStyle>
            <a:lvl1pPr algn="r"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7FE0B9B-EFB8-EAFC-8492-4F16892ADEC1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33" name="Espace réservé du texte 33">
            <a:extLst>
              <a:ext uri="{FF2B5EF4-FFF2-40B4-BE49-F238E27FC236}">
                <a16:creationId xmlns:a16="http://schemas.microsoft.com/office/drawing/2014/main" id="{A5F3EA12-E24E-2F2B-73AF-50DA3A544B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4709" y="768643"/>
            <a:ext cx="8424862" cy="997196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buSzPct val="100000"/>
              <a:defRPr sz="7200" b="1">
                <a:ln>
                  <a:gradFill flip="none" rotWithShape="1">
                    <a:gsLst>
                      <a:gs pos="0">
                        <a:srgbClr val="4D1D82"/>
                      </a:gs>
                      <a:gs pos="10000">
                        <a:schemeClr val="accent5"/>
                      </a:gs>
                      <a:gs pos="100000">
                        <a:schemeClr val="accent2"/>
                      </a:gs>
                      <a:gs pos="60000">
                        <a:schemeClr val="accent1"/>
                      </a:gs>
                    </a:gsLst>
                    <a:lin ang="0" scaled="1"/>
                    <a:tileRect/>
                  </a:gra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Summary</a:t>
            </a:r>
            <a:endParaRPr lang="en-US"/>
          </a:p>
        </p:txBody>
      </p:sp>
      <p:sp>
        <p:nvSpPr>
          <p:cNvPr id="35" name="Espace réservé du texte 33">
            <a:extLst>
              <a:ext uri="{FF2B5EF4-FFF2-40B4-BE49-F238E27FC236}">
                <a16:creationId xmlns:a16="http://schemas.microsoft.com/office/drawing/2014/main" id="{3B16F9BF-7CBF-8B25-819E-86EC97A8E0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86066" y="1747244"/>
            <a:ext cx="8424862" cy="553998"/>
          </a:xfrm>
          <a:prstGeom prst="rect">
            <a:avLst/>
          </a:prstGeom>
          <a:noFill/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buSzPct val="100000"/>
              <a:defRPr sz="4000" b="1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Click to </a:t>
            </a:r>
            <a:r>
              <a:rPr lang="fr-FR" noProof="0" err="1"/>
              <a:t>edit</a:t>
            </a:r>
            <a:r>
              <a:rPr lang="fr-FR" noProof="0"/>
              <a:t> master </a:t>
            </a:r>
            <a:r>
              <a:rPr lang="fr-FR" noProof="0" err="1"/>
              <a:t>title</a:t>
            </a:r>
            <a:endParaRPr lang="fr-FR" noProof="0"/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01BF319F-E9EF-904E-993D-D2CC927CCCF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4" name="Ellipse 4">
            <a:extLst>
              <a:ext uri="{FF2B5EF4-FFF2-40B4-BE49-F238E27FC236}">
                <a16:creationId xmlns:a16="http://schemas.microsoft.com/office/drawing/2014/main" id="{1EAE8EE2-7E49-86D6-8C54-0132818ACEF6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19" name="ZoneTexte 9">
            <a:extLst>
              <a:ext uri="{FF2B5EF4-FFF2-40B4-BE49-F238E27FC236}">
                <a16:creationId xmlns:a16="http://schemas.microsoft.com/office/drawing/2014/main" id="{3AF1B317-2AAE-AA11-5A9F-71DA36F3C117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1" name="Ellipse 12">
            <a:extLst>
              <a:ext uri="{FF2B5EF4-FFF2-40B4-BE49-F238E27FC236}">
                <a16:creationId xmlns:a16="http://schemas.microsoft.com/office/drawing/2014/main" id="{04D68577-008C-A535-7E6C-BE9A5923E3BF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2" name="ZoneTexte 13">
            <a:extLst>
              <a:ext uri="{FF2B5EF4-FFF2-40B4-BE49-F238E27FC236}">
                <a16:creationId xmlns:a16="http://schemas.microsoft.com/office/drawing/2014/main" id="{7B0ED273-CE25-C981-67C4-A7134ADCE4D4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4" name="Ellipse 15">
            <a:extLst>
              <a:ext uri="{FF2B5EF4-FFF2-40B4-BE49-F238E27FC236}">
                <a16:creationId xmlns:a16="http://schemas.microsoft.com/office/drawing/2014/main" id="{90473C5B-24C9-0E1F-F6F5-36A32DECDA15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5" name="ZoneTexte 16">
            <a:extLst>
              <a:ext uri="{FF2B5EF4-FFF2-40B4-BE49-F238E27FC236}">
                <a16:creationId xmlns:a16="http://schemas.microsoft.com/office/drawing/2014/main" id="{F97FC1DB-FE49-DAE9-E240-69BE96EB2709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27" name="Ellipse 18">
            <a:extLst>
              <a:ext uri="{FF2B5EF4-FFF2-40B4-BE49-F238E27FC236}">
                <a16:creationId xmlns:a16="http://schemas.microsoft.com/office/drawing/2014/main" id="{AA438E1E-92BF-8BBC-D70E-BC69AFE7E861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8" name="ZoneTexte 19">
            <a:extLst>
              <a:ext uri="{FF2B5EF4-FFF2-40B4-BE49-F238E27FC236}">
                <a16:creationId xmlns:a16="http://schemas.microsoft.com/office/drawing/2014/main" id="{92EA47A7-B558-263F-852E-5E243CF53AF7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29" name="Ellipse 31">
            <a:extLst>
              <a:ext uri="{FF2B5EF4-FFF2-40B4-BE49-F238E27FC236}">
                <a16:creationId xmlns:a16="http://schemas.microsoft.com/office/drawing/2014/main" id="{26DDD63F-B13C-CC49-16A2-DC7E0685B2CF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32">
            <a:extLst>
              <a:ext uri="{FF2B5EF4-FFF2-40B4-BE49-F238E27FC236}">
                <a16:creationId xmlns:a16="http://schemas.microsoft.com/office/drawing/2014/main" id="{6153891C-1593-D738-8B04-5000C0AAC4A3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2" name="Ellipse 34">
            <a:extLst>
              <a:ext uri="{FF2B5EF4-FFF2-40B4-BE49-F238E27FC236}">
                <a16:creationId xmlns:a16="http://schemas.microsoft.com/office/drawing/2014/main" id="{4FDA2F93-D279-06B5-88B4-16F1036C4C0F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D77AE0FD-96B4-A143-D3EE-E82149E54CF5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300F9B-A225-7178-A1FD-48E47DA5CA70}"/>
              </a:ext>
            </a:extLst>
          </p:cNvPr>
          <p:cNvSpPr/>
          <p:nvPr userDrawn="1"/>
        </p:nvSpPr>
        <p:spPr>
          <a:xfrm>
            <a:off x="0" y="6827024"/>
            <a:ext cx="12204000" cy="43200"/>
          </a:xfrm>
          <a:prstGeom prst="rect">
            <a:avLst/>
          </a:prstGeom>
          <a:gradFill>
            <a:gsLst>
              <a:gs pos="12000">
                <a:srgbClr val="8B1D82"/>
              </a:gs>
              <a:gs pos="0">
                <a:srgbClr val="4D1D82"/>
              </a:gs>
              <a:gs pos="29000">
                <a:srgbClr val="CF022B"/>
              </a:gs>
              <a:gs pos="100000">
                <a:srgbClr val="F07D00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482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A59069-88B9-7111-661C-0F94B5C498BE}"/>
              </a:ext>
            </a:extLst>
          </p:cNvPr>
          <p:cNvSpPr/>
          <p:nvPr userDrawn="1"/>
        </p:nvSpPr>
        <p:spPr>
          <a:xfrm>
            <a:off x="0" y="2206622"/>
            <a:ext cx="12192000" cy="36703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8E008C-0EE3-8B87-4EFD-5629D98D40BC}"/>
              </a:ext>
            </a:extLst>
          </p:cNvPr>
          <p:cNvSpPr/>
          <p:nvPr userDrawn="1"/>
        </p:nvSpPr>
        <p:spPr>
          <a:xfrm rot="16200000">
            <a:off x="-1812284" y="4018913"/>
            <a:ext cx="3670303" cy="45719"/>
          </a:xfrm>
          <a:prstGeom prst="rect">
            <a:avLst/>
          </a:prstGeom>
          <a:gradFill>
            <a:gsLst>
              <a:gs pos="7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27" name="Espace réservé du texte 33">
            <a:extLst>
              <a:ext uri="{FF2B5EF4-FFF2-40B4-BE49-F238E27FC236}">
                <a16:creationId xmlns:a16="http://schemas.microsoft.com/office/drawing/2014/main" id="{FF3A3B3D-75B2-B5E2-4BB9-EB65B25458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4713" y="2767698"/>
            <a:ext cx="795762" cy="615553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4000" b="1">
                <a:ln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61C3FE9C-D866-90A8-9E8C-E09EA0394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750994" y="2796843"/>
            <a:ext cx="0" cy="557262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space réservé du texte 13">
            <a:extLst>
              <a:ext uri="{FF2B5EF4-FFF2-40B4-BE49-F238E27FC236}">
                <a16:creationId xmlns:a16="http://schemas.microsoft.com/office/drawing/2014/main" id="{6FA7FEF9-8938-308C-284C-FA6A782AB4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17096" y="2817423"/>
            <a:ext cx="3324187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/>
              <a:t>Click to modify the mask text </a:t>
            </a:r>
          </a:p>
          <a:p>
            <a:pPr lvl="0"/>
            <a:r>
              <a:rPr lang="en-US"/>
              <a:t>styles</a:t>
            </a:r>
          </a:p>
        </p:txBody>
      </p:sp>
      <p:sp>
        <p:nvSpPr>
          <p:cNvPr id="41" name="Espace réservé du texte 33">
            <a:extLst>
              <a:ext uri="{FF2B5EF4-FFF2-40B4-BE49-F238E27FC236}">
                <a16:creationId xmlns:a16="http://schemas.microsoft.com/office/drawing/2014/main" id="{B3F89671-BE85-54BF-1AC5-4B067E39DEF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4713" y="3479552"/>
            <a:ext cx="795762" cy="615553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4000" b="1">
                <a:ln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7DE1D19E-C9D5-381D-795B-A10D0193C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750994" y="3508697"/>
            <a:ext cx="0" cy="557262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space réservé du texte 13">
            <a:extLst>
              <a:ext uri="{FF2B5EF4-FFF2-40B4-BE49-F238E27FC236}">
                <a16:creationId xmlns:a16="http://schemas.microsoft.com/office/drawing/2014/main" id="{61B72CC0-4B3D-3B2F-6634-A572BF8400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17096" y="3529277"/>
            <a:ext cx="3324187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/>
              <a:t>Click to modify the mask text </a:t>
            </a:r>
          </a:p>
          <a:p>
            <a:pPr lvl="0"/>
            <a:r>
              <a:rPr lang="en-US"/>
              <a:t>styles</a:t>
            </a:r>
          </a:p>
        </p:txBody>
      </p:sp>
      <p:sp>
        <p:nvSpPr>
          <p:cNvPr id="44" name="Espace réservé du texte 33">
            <a:extLst>
              <a:ext uri="{FF2B5EF4-FFF2-40B4-BE49-F238E27FC236}">
                <a16:creationId xmlns:a16="http://schemas.microsoft.com/office/drawing/2014/main" id="{1B913CDA-1F42-8AB0-204B-BCFD049AAF0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74713" y="4191405"/>
            <a:ext cx="795762" cy="615553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4000" b="1">
                <a:ln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FC636796-D139-5B2C-E9B5-FD95236A6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750994" y="4220550"/>
            <a:ext cx="0" cy="557262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space réservé du texte 13">
            <a:extLst>
              <a:ext uri="{FF2B5EF4-FFF2-40B4-BE49-F238E27FC236}">
                <a16:creationId xmlns:a16="http://schemas.microsoft.com/office/drawing/2014/main" id="{CE13BC52-AC42-6AF1-C14E-A4BB7FC8965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917096" y="4241130"/>
            <a:ext cx="3324187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/>
              <a:t>Click to modify the mask text </a:t>
            </a:r>
          </a:p>
          <a:p>
            <a:pPr lvl="0"/>
            <a:r>
              <a:rPr lang="en-US"/>
              <a:t>styles</a:t>
            </a:r>
          </a:p>
        </p:txBody>
      </p:sp>
      <p:sp>
        <p:nvSpPr>
          <p:cNvPr id="47" name="Espace réservé du texte 33">
            <a:extLst>
              <a:ext uri="{FF2B5EF4-FFF2-40B4-BE49-F238E27FC236}">
                <a16:creationId xmlns:a16="http://schemas.microsoft.com/office/drawing/2014/main" id="{5574980D-D10F-234A-286C-1CBC3683A9D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4713" y="4903259"/>
            <a:ext cx="795762" cy="615553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4000" b="1">
                <a:ln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67C81CAB-4738-1FB6-C4A4-9364A40EB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750994" y="4932404"/>
            <a:ext cx="0" cy="557262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space réservé du texte 13">
            <a:extLst>
              <a:ext uri="{FF2B5EF4-FFF2-40B4-BE49-F238E27FC236}">
                <a16:creationId xmlns:a16="http://schemas.microsoft.com/office/drawing/2014/main" id="{6AEF6748-3E70-1B9A-5950-AC6B0748AFC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17096" y="4952984"/>
            <a:ext cx="3324187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/>
              <a:t>Click to modify the mask text </a:t>
            </a:r>
          </a:p>
          <a:p>
            <a:pPr lvl="0"/>
            <a:r>
              <a:rPr lang="en-US"/>
              <a:t>styles</a:t>
            </a:r>
          </a:p>
        </p:txBody>
      </p:sp>
      <p:sp>
        <p:nvSpPr>
          <p:cNvPr id="50" name="Espace réservé du texte 33">
            <a:extLst>
              <a:ext uri="{FF2B5EF4-FFF2-40B4-BE49-F238E27FC236}">
                <a16:creationId xmlns:a16="http://schemas.microsoft.com/office/drawing/2014/main" id="{CE46CF01-8CF9-3579-3773-BCDE364C57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50717" y="2767697"/>
            <a:ext cx="795762" cy="615553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4000" b="1">
                <a:ln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E094D067-F6AB-EEAF-1C5C-070867C0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826998" y="2796842"/>
            <a:ext cx="0" cy="557262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space réservé du texte 13">
            <a:extLst>
              <a:ext uri="{FF2B5EF4-FFF2-40B4-BE49-F238E27FC236}">
                <a16:creationId xmlns:a16="http://schemas.microsoft.com/office/drawing/2014/main" id="{0A1E00C7-257B-769F-C8C1-807F8CC7EC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93100" y="2817422"/>
            <a:ext cx="3324187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/>
              <a:t>Click to modify the mask text </a:t>
            </a:r>
          </a:p>
          <a:p>
            <a:pPr lvl="0"/>
            <a:r>
              <a:rPr lang="en-US"/>
              <a:t>styles</a:t>
            </a:r>
          </a:p>
        </p:txBody>
      </p:sp>
      <p:sp>
        <p:nvSpPr>
          <p:cNvPr id="53" name="Espace réservé du texte 33">
            <a:extLst>
              <a:ext uri="{FF2B5EF4-FFF2-40B4-BE49-F238E27FC236}">
                <a16:creationId xmlns:a16="http://schemas.microsoft.com/office/drawing/2014/main" id="{18FDDA9C-44B5-9E58-946F-5670EF6F8A9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50717" y="3479551"/>
            <a:ext cx="795762" cy="615553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4000" b="1">
                <a:ln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1E8BDE3B-763F-7DB2-DE57-6B0B4604D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826998" y="3508696"/>
            <a:ext cx="0" cy="557262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space réservé du texte 13">
            <a:extLst>
              <a:ext uri="{FF2B5EF4-FFF2-40B4-BE49-F238E27FC236}">
                <a16:creationId xmlns:a16="http://schemas.microsoft.com/office/drawing/2014/main" id="{7C0DAFC8-544A-8F22-931F-FAB1C2666A5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93100" y="3529276"/>
            <a:ext cx="3324187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/>
              <a:t>Click to modify the mask text </a:t>
            </a:r>
          </a:p>
          <a:p>
            <a:pPr lvl="0"/>
            <a:r>
              <a:rPr lang="en-US"/>
              <a:t>styles</a:t>
            </a:r>
          </a:p>
        </p:txBody>
      </p:sp>
      <p:sp>
        <p:nvSpPr>
          <p:cNvPr id="59" name="Espace réservé du texte 33">
            <a:extLst>
              <a:ext uri="{FF2B5EF4-FFF2-40B4-BE49-F238E27FC236}">
                <a16:creationId xmlns:a16="http://schemas.microsoft.com/office/drawing/2014/main" id="{EDFDA08A-3445-9EA5-45BF-A8BD6401E0C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950717" y="4191404"/>
            <a:ext cx="795762" cy="615553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4000" b="1">
                <a:ln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413672AD-EDA3-651F-458B-870E5D757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826998" y="4220549"/>
            <a:ext cx="0" cy="557262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Espace réservé du texte 13">
            <a:extLst>
              <a:ext uri="{FF2B5EF4-FFF2-40B4-BE49-F238E27FC236}">
                <a16:creationId xmlns:a16="http://schemas.microsoft.com/office/drawing/2014/main" id="{769DC940-B976-AD08-E90E-44B10494B2B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93100" y="4241129"/>
            <a:ext cx="3324187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/>
              <a:t>Click to modify the mask text </a:t>
            </a:r>
          </a:p>
          <a:p>
            <a:pPr lvl="0"/>
            <a:r>
              <a:rPr lang="en-US"/>
              <a:t>styles</a:t>
            </a:r>
          </a:p>
        </p:txBody>
      </p:sp>
      <p:sp>
        <p:nvSpPr>
          <p:cNvPr id="72" name="Espace réservé du texte 33">
            <a:extLst>
              <a:ext uri="{FF2B5EF4-FFF2-40B4-BE49-F238E27FC236}">
                <a16:creationId xmlns:a16="http://schemas.microsoft.com/office/drawing/2014/main" id="{AEA4075D-28CA-9EEF-4E76-3DFD2157D54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717" y="4903258"/>
            <a:ext cx="795762" cy="615553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4000" b="1">
                <a:ln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2AC63CD0-F5D3-996C-909C-F981A72A2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826998" y="4932403"/>
            <a:ext cx="0" cy="557262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Espace réservé du texte 13">
            <a:extLst>
              <a:ext uri="{FF2B5EF4-FFF2-40B4-BE49-F238E27FC236}">
                <a16:creationId xmlns:a16="http://schemas.microsoft.com/office/drawing/2014/main" id="{4B776BD0-2426-73DF-80F9-D36976B0604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93100" y="4952983"/>
            <a:ext cx="3324187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/>
              <a:t>Click to modify the mask text </a:t>
            </a:r>
          </a:p>
          <a:p>
            <a:pPr lvl="0"/>
            <a:r>
              <a:rPr lang="en-US"/>
              <a:t>styles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FDB548C1-CF09-0597-52EB-5681986C3E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4709" y="768643"/>
            <a:ext cx="8424862" cy="997196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buSzPct val="100000"/>
              <a:defRPr sz="7200" b="1">
                <a:ln>
                  <a:gradFill flip="none" rotWithShape="1">
                    <a:gsLst>
                      <a:gs pos="0">
                        <a:srgbClr val="4D1D82"/>
                      </a:gs>
                      <a:gs pos="10000">
                        <a:schemeClr val="accent5"/>
                      </a:gs>
                      <a:gs pos="100000">
                        <a:schemeClr val="accent2"/>
                      </a:gs>
                      <a:gs pos="60000">
                        <a:schemeClr val="accent1"/>
                      </a:gs>
                    </a:gsLst>
                    <a:lin ang="0" scaled="1"/>
                    <a:tileRect/>
                  </a:gra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Summary</a:t>
            </a:r>
            <a:endParaRPr lang="en-US"/>
          </a:p>
        </p:txBody>
      </p:sp>
      <p:sp>
        <p:nvSpPr>
          <p:cNvPr id="35" name="Espace réservé du texte 33">
            <a:extLst>
              <a:ext uri="{FF2B5EF4-FFF2-40B4-BE49-F238E27FC236}">
                <a16:creationId xmlns:a16="http://schemas.microsoft.com/office/drawing/2014/main" id="{2DC9BDA7-5190-634E-C642-FF1DE0DE33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86066" y="1547219"/>
            <a:ext cx="8424862" cy="553998"/>
          </a:xfrm>
          <a:prstGeom prst="rect">
            <a:avLst/>
          </a:prstGeom>
          <a:noFill/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buSzPct val="100000"/>
              <a:defRPr sz="4000" b="1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22072F8-6DE0-C6D1-9CFD-381E775BC62E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D0F4A829-5C9E-465A-129E-7323C93C1AC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6" name="Ellipse 4">
            <a:extLst>
              <a:ext uri="{FF2B5EF4-FFF2-40B4-BE49-F238E27FC236}">
                <a16:creationId xmlns:a16="http://schemas.microsoft.com/office/drawing/2014/main" id="{4E0541A4-D54E-2967-7337-C602170FC3E7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18" name="ZoneTexte 9">
            <a:extLst>
              <a:ext uri="{FF2B5EF4-FFF2-40B4-BE49-F238E27FC236}">
                <a16:creationId xmlns:a16="http://schemas.microsoft.com/office/drawing/2014/main" id="{6E43D9BB-89EE-062D-330D-6CC380B4FB69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19" name="Ellipse 12">
            <a:extLst>
              <a:ext uri="{FF2B5EF4-FFF2-40B4-BE49-F238E27FC236}">
                <a16:creationId xmlns:a16="http://schemas.microsoft.com/office/drawing/2014/main" id="{B605AC5A-E467-69FF-1F74-3E25BFE74E42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0" name="ZoneTexte 13">
            <a:extLst>
              <a:ext uri="{FF2B5EF4-FFF2-40B4-BE49-F238E27FC236}">
                <a16:creationId xmlns:a16="http://schemas.microsoft.com/office/drawing/2014/main" id="{153F4D9D-438E-0D0B-E3F4-75931D27C876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1" name="Ellipse 15">
            <a:extLst>
              <a:ext uri="{FF2B5EF4-FFF2-40B4-BE49-F238E27FC236}">
                <a16:creationId xmlns:a16="http://schemas.microsoft.com/office/drawing/2014/main" id="{F172E29A-14EF-04D0-141F-2CC7AB9FC4EC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2" name="ZoneTexte 16">
            <a:extLst>
              <a:ext uri="{FF2B5EF4-FFF2-40B4-BE49-F238E27FC236}">
                <a16:creationId xmlns:a16="http://schemas.microsoft.com/office/drawing/2014/main" id="{DE685E72-B896-AA72-5480-C324FA409ABF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23" name="Ellipse 18">
            <a:extLst>
              <a:ext uri="{FF2B5EF4-FFF2-40B4-BE49-F238E27FC236}">
                <a16:creationId xmlns:a16="http://schemas.microsoft.com/office/drawing/2014/main" id="{9F5D0EBD-3074-855B-E4A9-3BD6A241F99B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4" name="ZoneTexte 19">
            <a:extLst>
              <a:ext uri="{FF2B5EF4-FFF2-40B4-BE49-F238E27FC236}">
                <a16:creationId xmlns:a16="http://schemas.microsoft.com/office/drawing/2014/main" id="{8F9736F1-859D-3D0E-CA17-A9DB92CCE1EE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26" name="Ellipse 31">
            <a:extLst>
              <a:ext uri="{FF2B5EF4-FFF2-40B4-BE49-F238E27FC236}">
                <a16:creationId xmlns:a16="http://schemas.microsoft.com/office/drawing/2014/main" id="{10D9E24C-3629-7AE3-5E75-2C364DC36845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32">
            <a:extLst>
              <a:ext uri="{FF2B5EF4-FFF2-40B4-BE49-F238E27FC236}">
                <a16:creationId xmlns:a16="http://schemas.microsoft.com/office/drawing/2014/main" id="{E17C2760-CF0A-9F54-CE7C-F53E2AD55F81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0" name="Ellipse 34">
            <a:extLst>
              <a:ext uri="{FF2B5EF4-FFF2-40B4-BE49-F238E27FC236}">
                <a16:creationId xmlns:a16="http://schemas.microsoft.com/office/drawing/2014/main" id="{D28FE400-26D4-E248-A3AA-DE28AD24DE8A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35">
            <a:extLst>
              <a:ext uri="{FF2B5EF4-FFF2-40B4-BE49-F238E27FC236}">
                <a16:creationId xmlns:a16="http://schemas.microsoft.com/office/drawing/2014/main" id="{0ABCC688-8872-3050-5003-E59B659FC022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3869244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DF9279F8-E646-53A0-6CDE-7B51300562BD}"/>
              </a:ext>
            </a:extLst>
          </p:cNvPr>
          <p:cNvSpPr/>
          <p:nvPr userDrawn="1"/>
        </p:nvSpPr>
        <p:spPr>
          <a:xfrm rot="16200000">
            <a:off x="4709320" y="-873919"/>
            <a:ext cx="5076825" cy="8424862"/>
          </a:xfrm>
          <a:prstGeom prst="rect">
            <a:avLst/>
          </a:prstGeom>
          <a:gradFill>
            <a:gsLst>
              <a:gs pos="10000">
                <a:srgbClr val="8B1D82"/>
              </a:gs>
              <a:gs pos="0">
                <a:srgbClr val="4D1D82"/>
              </a:gs>
              <a:gs pos="29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33" name="Espace réservé pour une image  5">
            <a:extLst>
              <a:ext uri="{FF2B5EF4-FFF2-40B4-BE49-F238E27FC236}">
                <a16:creationId xmlns:a16="http://schemas.microsoft.com/office/drawing/2014/main" id="{8722A6BD-A822-F060-8426-63F8378BB1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3035300" cy="6827025"/>
          </a:xfrm>
          <a:prstGeom prst="rect">
            <a:avLst/>
          </a:prstGeom>
          <a:solidFill>
            <a:schemeClr val="bg1"/>
          </a:solidFill>
        </p:spPr>
        <p:txBody>
          <a:bodyPr lIns="360000" tIns="3744000" rIns="360000"/>
          <a:lstStyle>
            <a:lvl1pPr algn="ctr"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7" name="Espace réservé du texte 33">
            <a:extLst>
              <a:ext uri="{FF2B5EF4-FFF2-40B4-BE49-F238E27FC236}">
                <a16:creationId xmlns:a16="http://schemas.microsoft.com/office/drawing/2014/main" id="{FF3A3B3D-75B2-B5E2-4BB9-EB65B25458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75050" y="2831106"/>
            <a:ext cx="795762" cy="615553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4000" b="1">
                <a:ln>
                  <a:solidFill>
                    <a:schemeClr val="bg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61C3FE9C-D866-90A8-9E8C-E09EA0394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451331" y="2860251"/>
            <a:ext cx="0" cy="557262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space réservé du texte 13">
            <a:extLst>
              <a:ext uri="{FF2B5EF4-FFF2-40B4-BE49-F238E27FC236}">
                <a16:creationId xmlns:a16="http://schemas.microsoft.com/office/drawing/2014/main" id="{6FA7FEF9-8938-308C-284C-FA6A782AB4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00181" y="2880831"/>
            <a:ext cx="2290494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modify the mask text styles</a:t>
            </a:r>
          </a:p>
        </p:txBody>
      </p:sp>
      <p:sp>
        <p:nvSpPr>
          <p:cNvPr id="41" name="Espace réservé du texte 33">
            <a:extLst>
              <a:ext uri="{FF2B5EF4-FFF2-40B4-BE49-F238E27FC236}">
                <a16:creationId xmlns:a16="http://schemas.microsoft.com/office/drawing/2014/main" id="{B3F89671-BE85-54BF-1AC5-4B067E39DEF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75050" y="3542960"/>
            <a:ext cx="795762" cy="615553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4000" b="1">
                <a:ln>
                  <a:solidFill>
                    <a:schemeClr val="bg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7DE1D19E-C9D5-381D-795B-A10D0193C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451331" y="3572105"/>
            <a:ext cx="0" cy="557262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space réservé du texte 13">
            <a:extLst>
              <a:ext uri="{FF2B5EF4-FFF2-40B4-BE49-F238E27FC236}">
                <a16:creationId xmlns:a16="http://schemas.microsoft.com/office/drawing/2014/main" id="{61B72CC0-4B3D-3B2F-6634-A572BF8400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00181" y="3592685"/>
            <a:ext cx="2290494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modify the mask text styles</a:t>
            </a:r>
          </a:p>
        </p:txBody>
      </p:sp>
      <p:sp>
        <p:nvSpPr>
          <p:cNvPr id="44" name="Espace réservé du texte 33">
            <a:extLst>
              <a:ext uri="{FF2B5EF4-FFF2-40B4-BE49-F238E27FC236}">
                <a16:creationId xmlns:a16="http://schemas.microsoft.com/office/drawing/2014/main" id="{1B913CDA-1F42-8AB0-204B-BCFD049AAF0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75050" y="4254813"/>
            <a:ext cx="795762" cy="615553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4000" b="1">
                <a:ln>
                  <a:solidFill>
                    <a:schemeClr val="bg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FC636796-D139-5B2C-E9B5-FD95236A6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451331" y="4283958"/>
            <a:ext cx="0" cy="557262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space réservé du texte 13">
            <a:extLst>
              <a:ext uri="{FF2B5EF4-FFF2-40B4-BE49-F238E27FC236}">
                <a16:creationId xmlns:a16="http://schemas.microsoft.com/office/drawing/2014/main" id="{CE13BC52-AC42-6AF1-C14E-A4BB7FC8965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00181" y="4304538"/>
            <a:ext cx="2290494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modify the mask text styles</a:t>
            </a:r>
          </a:p>
        </p:txBody>
      </p:sp>
      <p:sp>
        <p:nvSpPr>
          <p:cNvPr id="47" name="Espace réservé du texte 33">
            <a:extLst>
              <a:ext uri="{FF2B5EF4-FFF2-40B4-BE49-F238E27FC236}">
                <a16:creationId xmlns:a16="http://schemas.microsoft.com/office/drawing/2014/main" id="{5574980D-D10F-234A-286C-1CBC3683A9D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5050" y="4966667"/>
            <a:ext cx="795762" cy="615553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4000" b="1">
                <a:ln>
                  <a:solidFill>
                    <a:schemeClr val="bg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67C81CAB-4738-1FB6-C4A4-9364A40EB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451331" y="4995812"/>
            <a:ext cx="0" cy="557262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space réservé du texte 13">
            <a:extLst>
              <a:ext uri="{FF2B5EF4-FFF2-40B4-BE49-F238E27FC236}">
                <a16:creationId xmlns:a16="http://schemas.microsoft.com/office/drawing/2014/main" id="{6AEF6748-3E70-1B9A-5950-AC6B0748AFC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00181" y="5016392"/>
            <a:ext cx="2290494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modify the mask text styles</a:t>
            </a:r>
          </a:p>
        </p:txBody>
      </p:sp>
      <p:sp>
        <p:nvSpPr>
          <p:cNvPr id="50" name="Espace réservé du texte 33">
            <a:extLst>
              <a:ext uri="{FF2B5EF4-FFF2-40B4-BE49-F238E27FC236}">
                <a16:creationId xmlns:a16="http://schemas.microsoft.com/office/drawing/2014/main" id="{CE46CF01-8CF9-3579-3773-BCDE364C57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563095" y="2831105"/>
            <a:ext cx="795762" cy="615553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4000" b="1">
                <a:ln>
                  <a:solidFill>
                    <a:schemeClr val="bg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E094D067-F6AB-EEAF-1C5C-070867C0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39376" y="2860250"/>
            <a:ext cx="0" cy="557262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space réservé du texte 13">
            <a:extLst>
              <a:ext uri="{FF2B5EF4-FFF2-40B4-BE49-F238E27FC236}">
                <a16:creationId xmlns:a16="http://schemas.microsoft.com/office/drawing/2014/main" id="{0A1E00C7-257B-769F-C8C1-807F8CC7EC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88226" y="2880830"/>
            <a:ext cx="2290494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modify the mask text styles</a:t>
            </a:r>
          </a:p>
        </p:txBody>
      </p:sp>
      <p:sp>
        <p:nvSpPr>
          <p:cNvPr id="53" name="Espace réservé du texte 33">
            <a:extLst>
              <a:ext uri="{FF2B5EF4-FFF2-40B4-BE49-F238E27FC236}">
                <a16:creationId xmlns:a16="http://schemas.microsoft.com/office/drawing/2014/main" id="{18FDDA9C-44B5-9E58-946F-5670EF6F8A9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63095" y="3542959"/>
            <a:ext cx="795762" cy="615553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4000" b="1">
                <a:ln>
                  <a:solidFill>
                    <a:schemeClr val="bg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1E8BDE3B-763F-7DB2-DE57-6B0B4604D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39376" y="3572104"/>
            <a:ext cx="0" cy="557262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space réservé du texte 13">
            <a:extLst>
              <a:ext uri="{FF2B5EF4-FFF2-40B4-BE49-F238E27FC236}">
                <a16:creationId xmlns:a16="http://schemas.microsoft.com/office/drawing/2014/main" id="{7C0DAFC8-544A-8F22-931F-FAB1C2666A5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588226" y="3592684"/>
            <a:ext cx="2290494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modify the mask text styles</a:t>
            </a:r>
          </a:p>
        </p:txBody>
      </p:sp>
      <p:sp>
        <p:nvSpPr>
          <p:cNvPr id="59" name="Espace réservé du texte 33">
            <a:extLst>
              <a:ext uri="{FF2B5EF4-FFF2-40B4-BE49-F238E27FC236}">
                <a16:creationId xmlns:a16="http://schemas.microsoft.com/office/drawing/2014/main" id="{EDFDA08A-3445-9EA5-45BF-A8BD6401E0C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63095" y="4254812"/>
            <a:ext cx="795762" cy="615553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4000" b="1">
                <a:ln>
                  <a:solidFill>
                    <a:schemeClr val="bg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413672AD-EDA3-651F-458B-870E5D757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39376" y="4283957"/>
            <a:ext cx="0" cy="557262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Espace réservé du texte 13">
            <a:extLst>
              <a:ext uri="{FF2B5EF4-FFF2-40B4-BE49-F238E27FC236}">
                <a16:creationId xmlns:a16="http://schemas.microsoft.com/office/drawing/2014/main" id="{769DC940-B976-AD08-E90E-44B10494B2B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588226" y="4304537"/>
            <a:ext cx="2290494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modify the mask text styles</a:t>
            </a:r>
          </a:p>
        </p:txBody>
      </p:sp>
      <p:sp>
        <p:nvSpPr>
          <p:cNvPr id="72" name="Espace réservé du texte 33">
            <a:extLst>
              <a:ext uri="{FF2B5EF4-FFF2-40B4-BE49-F238E27FC236}">
                <a16:creationId xmlns:a16="http://schemas.microsoft.com/office/drawing/2014/main" id="{AEA4075D-28CA-9EEF-4E76-3DFD2157D54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63095" y="4966666"/>
            <a:ext cx="795762" cy="615553"/>
          </a:xfrm>
          <a:prstGeom prst="rect">
            <a:avLst/>
          </a:prstGeom>
          <a:noFill/>
          <a:ln>
            <a:noFill/>
          </a:ln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SzPct val="100000"/>
              <a:defRPr sz="4000" b="1">
                <a:ln>
                  <a:solidFill>
                    <a:schemeClr val="bg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XX</a:t>
            </a:r>
            <a:endParaRPr lang="en-US"/>
          </a:p>
        </p:txBody>
      </p: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2AC63CD0-F5D3-996C-909C-F981A72A2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39376" y="4995811"/>
            <a:ext cx="0" cy="557262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Espace réservé du texte 13">
            <a:extLst>
              <a:ext uri="{FF2B5EF4-FFF2-40B4-BE49-F238E27FC236}">
                <a16:creationId xmlns:a16="http://schemas.microsoft.com/office/drawing/2014/main" id="{4B776BD0-2426-73DF-80F9-D36976B0604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588226" y="5016391"/>
            <a:ext cx="2290494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modify the mask text styles</a:t>
            </a:r>
          </a:p>
        </p:txBody>
      </p:sp>
      <p:sp>
        <p:nvSpPr>
          <p:cNvPr id="31" name="Espace réservé du texte 33">
            <a:extLst>
              <a:ext uri="{FF2B5EF4-FFF2-40B4-BE49-F238E27FC236}">
                <a16:creationId xmlns:a16="http://schemas.microsoft.com/office/drawing/2014/main" id="{CB4907BF-13C2-D65D-5EFA-C75DBA88E1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75050" y="1460135"/>
            <a:ext cx="7742235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buSzPct val="100000"/>
              <a:defRPr sz="4000" b="1">
                <a:ln>
                  <a:noFill/>
                </a:ln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</a:t>
            </a:r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9B184E61-B4E8-5D3B-EE33-B9B3F8E7FDD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4" name="Ellipse 4">
            <a:extLst>
              <a:ext uri="{FF2B5EF4-FFF2-40B4-BE49-F238E27FC236}">
                <a16:creationId xmlns:a16="http://schemas.microsoft.com/office/drawing/2014/main" id="{09E85765-22EB-FC9A-1481-D12C9DE90749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17" name="ZoneTexte 9">
            <a:extLst>
              <a:ext uri="{FF2B5EF4-FFF2-40B4-BE49-F238E27FC236}">
                <a16:creationId xmlns:a16="http://schemas.microsoft.com/office/drawing/2014/main" id="{EEF1ED39-F52F-6930-0914-D84A9EB19AEC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18" name="Ellipse 12">
            <a:extLst>
              <a:ext uri="{FF2B5EF4-FFF2-40B4-BE49-F238E27FC236}">
                <a16:creationId xmlns:a16="http://schemas.microsoft.com/office/drawing/2014/main" id="{3F231F38-5A80-7D0E-D725-59D4EBC2E9D7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19" name="ZoneTexte 13">
            <a:extLst>
              <a:ext uri="{FF2B5EF4-FFF2-40B4-BE49-F238E27FC236}">
                <a16:creationId xmlns:a16="http://schemas.microsoft.com/office/drawing/2014/main" id="{A7BE7BDA-2A77-3F14-2933-7AA7AF35932E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0" name="Ellipse 15">
            <a:extLst>
              <a:ext uri="{FF2B5EF4-FFF2-40B4-BE49-F238E27FC236}">
                <a16:creationId xmlns:a16="http://schemas.microsoft.com/office/drawing/2014/main" id="{BF3256CC-7C66-B49F-6A0E-59D3C13C81C2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1" name="ZoneTexte 16">
            <a:extLst>
              <a:ext uri="{FF2B5EF4-FFF2-40B4-BE49-F238E27FC236}">
                <a16:creationId xmlns:a16="http://schemas.microsoft.com/office/drawing/2014/main" id="{40EE44CF-F59E-01C5-A502-A032CCBBB949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22" name="Ellipse 18">
            <a:extLst>
              <a:ext uri="{FF2B5EF4-FFF2-40B4-BE49-F238E27FC236}">
                <a16:creationId xmlns:a16="http://schemas.microsoft.com/office/drawing/2014/main" id="{465223FE-86C4-5915-5E41-6B852ECF7925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3" name="ZoneTexte 19">
            <a:extLst>
              <a:ext uri="{FF2B5EF4-FFF2-40B4-BE49-F238E27FC236}">
                <a16:creationId xmlns:a16="http://schemas.microsoft.com/office/drawing/2014/main" id="{071F350B-A062-7DFA-3A39-65EBB4A21B13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24" name="Ellipse 31">
            <a:extLst>
              <a:ext uri="{FF2B5EF4-FFF2-40B4-BE49-F238E27FC236}">
                <a16:creationId xmlns:a16="http://schemas.microsoft.com/office/drawing/2014/main" id="{20E51EAB-CB7A-488F-A2AD-F94AE0E45E1C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5" name="ZoneTexte 32">
            <a:extLst>
              <a:ext uri="{FF2B5EF4-FFF2-40B4-BE49-F238E27FC236}">
                <a16:creationId xmlns:a16="http://schemas.microsoft.com/office/drawing/2014/main" id="{897000F4-2922-9D54-93A1-BC7FA3A20639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26" name="Ellipse 34">
            <a:extLst>
              <a:ext uri="{FF2B5EF4-FFF2-40B4-BE49-F238E27FC236}">
                <a16:creationId xmlns:a16="http://schemas.microsoft.com/office/drawing/2014/main" id="{E558758B-42DE-414C-9217-DC635CE08B2B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35">
            <a:extLst>
              <a:ext uri="{FF2B5EF4-FFF2-40B4-BE49-F238E27FC236}">
                <a16:creationId xmlns:a16="http://schemas.microsoft.com/office/drawing/2014/main" id="{D6D02AD1-E611-8374-FBAB-DDE2638A9F4B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3615904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1635201" y="-1644574"/>
            <a:ext cx="5886298" cy="9156700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D403255-B727-2E1B-03EB-624EF4BA233C}"/>
              </a:ext>
            </a:extLst>
          </p:cNvPr>
          <p:cNvSpPr txBox="1"/>
          <p:nvPr userDrawn="1"/>
        </p:nvSpPr>
        <p:spPr>
          <a:xfrm>
            <a:off x="3681135" y="959293"/>
            <a:ext cx="4429419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26000" b="1" i="0">
                <a:gradFill flip="none" rotWithShape="1">
                  <a:gsLst>
                    <a:gs pos="10000">
                      <a:srgbClr val="8B1D82"/>
                    </a:gs>
                    <a:gs pos="0">
                      <a:srgbClr val="4D1D82"/>
                    </a:gs>
                    <a:gs pos="6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  <a:tileRect/>
                </a:gradFill>
                <a:latin typeface="Tahoma" panose="020B0604030504040204" pitchFamily="34" charset="0"/>
              </a:rPr>
              <a:t>01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2580855"/>
            <a:ext cx="4631771" cy="1218795"/>
          </a:xfrm>
          <a:effectLst/>
        </p:spPr>
        <p:txBody>
          <a:bodyPr wrap="square" anchor="t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1999593"/>
            <a:ext cx="4514865" cy="25442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section </a:t>
            </a:r>
            <a:r>
              <a:rPr lang="fr-FR" err="1"/>
              <a:t>number</a:t>
            </a:r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2A7AD2A-6355-8D69-3206-4241D6129ADE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84D626D9-659A-B983-8F07-92CD47F7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4709" y="1894271"/>
            <a:ext cx="225225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que 10">
            <a:extLst>
              <a:ext uri="{FF2B5EF4-FFF2-40B4-BE49-F238E27FC236}">
                <a16:creationId xmlns:a16="http://schemas.microsoft.com/office/drawing/2014/main" id="{1B19A0EE-1505-620A-E365-F8ED35EB477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4C4FC2B1-E2D4-2D95-C5B5-805BB8F457CF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9" name="ZoneTexte 9">
            <a:extLst>
              <a:ext uri="{FF2B5EF4-FFF2-40B4-BE49-F238E27FC236}">
                <a16:creationId xmlns:a16="http://schemas.microsoft.com/office/drawing/2014/main" id="{86194EE8-420B-2F51-2FA3-8517C56CD768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7" name="Ellipse 12">
            <a:extLst>
              <a:ext uri="{FF2B5EF4-FFF2-40B4-BE49-F238E27FC236}">
                <a16:creationId xmlns:a16="http://schemas.microsoft.com/office/drawing/2014/main" id="{30BAC9DB-4936-CA5C-0FC8-DF075FFD1459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8" name="ZoneTexte 13">
            <a:extLst>
              <a:ext uri="{FF2B5EF4-FFF2-40B4-BE49-F238E27FC236}">
                <a16:creationId xmlns:a16="http://schemas.microsoft.com/office/drawing/2014/main" id="{4F299DF6-CCFC-84B4-DED8-C453829B48E8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9" name="Ellipse 15">
            <a:extLst>
              <a:ext uri="{FF2B5EF4-FFF2-40B4-BE49-F238E27FC236}">
                <a16:creationId xmlns:a16="http://schemas.microsoft.com/office/drawing/2014/main" id="{B2FFB76E-81E6-75C2-3E93-86CC508FA8C0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0" name="ZoneTexte 16">
            <a:extLst>
              <a:ext uri="{FF2B5EF4-FFF2-40B4-BE49-F238E27FC236}">
                <a16:creationId xmlns:a16="http://schemas.microsoft.com/office/drawing/2014/main" id="{2D5E05C9-C700-02E5-3CC5-5B06A445D0FC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31" name="Ellipse 18">
            <a:extLst>
              <a:ext uri="{FF2B5EF4-FFF2-40B4-BE49-F238E27FC236}">
                <a16:creationId xmlns:a16="http://schemas.microsoft.com/office/drawing/2014/main" id="{67944747-A317-0EA1-5E09-1CA1C3AC0DB6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2" name="ZoneTexte 19">
            <a:extLst>
              <a:ext uri="{FF2B5EF4-FFF2-40B4-BE49-F238E27FC236}">
                <a16:creationId xmlns:a16="http://schemas.microsoft.com/office/drawing/2014/main" id="{6E4FABC4-8B79-A542-031D-114DAB9BE519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3" name="Ellipse 31">
            <a:extLst>
              <a:ext uri="{FF2B5EF4-FFF2-40B4-BE49-F238E27FC236}">
                <a16:creationId xmlns:a16="http://schemas.microsoft.com/office/drawing/2014/main" id="{9412BC89-CA45-AEA4-0EF0-FD10832DD734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4" name="ZoneTexte 32">
            <a:extLst>
              <a:ext uri="{FF2B5EF4-FFF2-40B4-BE49-F238E27FC236}">
                <a16:creationId xmlns:a16="http://schemas.microsoft.com/office/drawing/2014/main" id="{C53242A9-37C7-9C87-FF4B-6A5852E5A65B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C588784-2764-58BF-E1A7-A916FEEE7770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E0DE623A-1C49-7145-54D1-F95ED0574178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3C877E9A-AF1E-6F37-B936-35CC1CE61BD0}"/>
              </a:ext>
            </a:extLst>
          </p:cNvPr>
          <p:cNvGrpSpPr/>
          <p:nvPr userDrawn="1"/>
        </p:nvGrpSpPr>
        <p:grpSpPr>
          <a:xfrm>
            <a:off x="6406118" y="-9373"/>
            <a:ext cx="5785882" cy="5886300"/>
            <a:chOff x="6406118" y="-9373"/>
            <a:chExt cx="5785882" cy="5886300"/>
          </a:xfrm>
        </p:grpSpPr>
        <p:pic>
          <p:nvPicPr>
            <p:cNvPr id="17" name="Image 16" descr="Une image contenant cuivre, musique, personne, homme&#10;&#10;Description générée automatiquement">
              <a:extLst>
                <a:ext uri="{FF2B5EF4-FFF2-40B4-BE49-F238E27FC236}">
                  <a16:creationId xmlns:a16="http://schemas.microsoft.com/office/drawing/2014/main" id="{F4E5982B-8BB2-80A0-CC4D-6283B3E0D83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156700" y="1"/>
              <a:ext cx="3035300" cy="5876926"/>
            </a:xfrm>
            <a:prstGeom prst="rect">
              <a:avLst/>
            </a:prstGeom>
          </p:spPr>
        </p:pic>
        <p:pic>
          <p:nvPicPr>
            <p:cNvPr id="20" name="Image 19" descr="Une image contenant personne, cuivre, musique, homme&#10;&#10;Description générée automatiquement">
              <a:extLst>
                <a:ext uri="{FF2B5EF4-FFF2-40B4-BE49-F238E27FC236}">
                  <a16:creationId xmlns:a16="http://schemas.microsoft.com/office/drawing/2014/main" id="{4AD22BC1-96B2-8397-C359-86567B70E14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406118" y="-9373"/>
              <a:ext cx="5785882" cy="5886299"/>
            </a:xfrm>
            <a:custGeom>
              <a:avLst/>
              <a:gdLst>
                <a:gd name="connsiteX0" fmla="*/ 1898713 w 5785882"/>
                <a:gd name="connsiteY0" fmla="*/ 1385737 h 5886299"/>
                <a:gd name="connsiteX1" fmla="*/ 1780619 w 5785882"/>
                <a:gd name="connsiteY1" fmla="*/ 1526230 h 5886299"/>
                <a:gd name="connsiteX2" fmla="*/ 1898713 w 5785882"/>
                <a:gd name="connsiteY2" fmla="*/ 1666723 h 5886299"/>
                <a:gd name="connsiteX3" fmla="*/ 2016807 w 5785882"/>
                <a:gd name="connsiteY3" fmla="*/ 1526230 h 5886299"/>
                <a:gd name="connsiteX4" fmla="*/ 1898713 w 5785882"/>
                <a:gd name="connsiteY4" fmla="*/ 1385737 h 5886299"/>
                <a:gd name="connsiteX5" fmla="*/ 0 w 5785882"/>
                <a:gd name="connsiteY5" fmla="*/ 0 h 5886299"/>
                <a:gd name="connsiteX6" fmla="*/ 5785882 w 5785882"/>
                <a:gd name="connsiteY6" fmla="*/ 0 h 5886299"/>
                <a:gd name="connsiteX7" fmla="*/ 5785882 w 5785882"/>
                <a:gd name="connsiteY7" fmla="*/ 5886299 h 5886299"/>
                <a:gd name="connsiteX8" fmla="*/ 0 w 5785882"/>
                <a:gd name="connsiteY8" fmla="*/ 5886299 h 5886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85882" h="5886299">
                  <a:moveTo>
                    <a:pt x="1898713" y="1385737"/>
                  </a:moveTo>
                  <a:cubicBezTo>
                    <a:pt x="1833491" y="1385737"/>
                    <a:pt x="1780619" y="1448638"/>
                    <a:pt x="1780619" y="1526230"/>
                  </a:cubicBezTo>
                  <a:cubicBezTo>
                    <a:pt x="1780619" y="1603822"/>
                    <a:pt x="1833491" y="1666723"/>
                    <a:pt x="1898713" y="1666723"/>
                  </a:cubicBezTo>
                  <a:cubicBezTo>
                    <a:pt x="1963935" y="1666723"/>
                    <a:pt x="2016807" y="1603822"/>
                    <a:pt x="2016807" y="1526230"/>
                  </a:cubicBezTo>
                  <a:cubicBezTo>
                    <a:pt x="2016807" y="1448638"/>
                    <a:pt x="1963935" y="1385737"/>
                    <a:pt x="1898713" y="1385737"/>
                  </a:cubicBezTo>
                  <a:close/>
                  <a:moveTo>
                    <a:pt x="0" y="0"/>
                  </a:moveTo>
                  <a:lnTo>
                    <a:pt x="5785882" y="0"/>
                  </a:lnTo>
                  <a:lnTo>
                    <a:pt x="5785882" y="5886299"/>
                  </a:lnTo>
                  <a:lnTo>
                    <a:pt x="0" y="5886299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3065563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1635201" y="-1644574"/>
            <a:ext cx="5886298" cy="9156700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D403255-B727-2E1B-03EB-624EF4BA233C}"/>
              </a:ext>
            </a:extLst>
          </p:cNvPr>
          <p:cNvSpPr txBox="1"/>
          <p:nvPr userDrawn="1"/>
        </p:nvSpPr>
        <p:spPr>
          <a:xfrm>
            <a:off x="3681135" y="959293"/>
            <a:ext cx="4429419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26000" b="1" i="0">
                <a:gradFill flip="none" rotWithShape="1">
                  <a:gsLst>
                    <a:gs pos="10000">
                      <a:srgbClr val="8B1D82"/>
                    </a:gs>
                    <a:gs pos="0">
                      <a:srgbClr val="4D1D82"/>
                    </a:gs>
                    <a:gs pos="6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  <a:tileRect/>
                </a:gradFill>
                <a:latin typeface="Tahoma" panose="020B0604030504040204" pitchFamily="34" charset="0"/>
              </a:rPr>
              <a:t>01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2580855"/>
            <a:ext cx="4631771" cy="1218795"/>
          </a:xfrm>
          <a:effectLst/>
        </p:spPr>
        <p:txBody>
          <a:bodyPr wrap="square" anchor="t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1999593"/>
            <a:ext cx="4514865" cy="25442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section </a:t>
            </a:r>
            <a:r>
              <a:rPr lang="fr-FR" err="1"/>
              <a:t>number</a:t>
            </a:r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2A7AD2A-6355-8D69-3206-4241D6129ADE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A0847250-F186-0C84-B952-809678728473}"/>
              </a:ext>
            </a:extLst>
          </p:cNvPr>
          <p:cNvGrpSpPr/>
          <p:nvPr userDrawn="1"/>
        </p:nvGrpSpPr>
        <p:grpSpPr>
          <a:xfrm>
            <a:off x="6901840" y="-9374"/>
            <a:ext cx="5290159" cy="5886300"/>
            <a:chOff x="7028759" y="-9150"/>
            <a:chExt cx="5163241" cy="5745079"/>
          </a:xfrm>
        </p:grpSpPr>
        <p:pic>
          <p:nvPicPr>
            <p:cNvPr id="7" name="Espace réservé pour une image  8">
              <a:extLst>
                <a:ext uri="{FF2B5EF4-FFF2-40B4-BE49-F238E27FC236}">
                  <a16:creationId xmlns:a16="http://schemas.microsoft.com/office/drawing/2014/main" id="{246ED12C-6533-2F7A-DAE8-AB5992C35EB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229519" y="-9149"/>
              <a:ext cx="2962479" cy="5745078"/>
            </a:xfrm>
            <a:prstGeom prst="rect">
              <a:avLst/>
            </a:prstGeom>
          </p:spPr>
        </p:pic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4A1FDBAC-AFC1-FA64-B192-7910F064EED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028759" y="-9150"/>
              <a:ext cx="5163241" cy="5745079"/>
            </a:xfrm>
            <a:prstGeom prst="rect">
              <a:avLst/>
            </a:prstGeom>
          </p:spPr>
        </p:pic>
      </p:grp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84D626D9-659A-B983-8F07-92CD47F7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4709" y="1894271"/>
            <a:ext cx="225225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que 10">
            <a:extLst>
              <a:ext uri="{FF2B5EF4-FFF2-40B4-BE49-F238E27FC236}">
                <a16:creationId xmlns:a16="http://schemas.microsoft.com/office/drawing/2014/main" id="{B978CF98-3A6A-F8AB-ED38-502A211411F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58044B4A-B13E-1291-80AD-E7B75DD82931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9" name="ZoneTexte 9">
            <a:extLst>
              <a:ext uri="{FF2B5EF4-FFF2-40B4-BE49-F238E27FC236}">
                <a16:creationId xmlns:a16="http://schemas.microsoft.com/office/drawing/2014/main" id="{1BC84D5E-A2BD-74F9-3D0E-3ECEABA298F0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7" name="Ellipse 12">
            <a:extLst>
              <a:ext uri="{FF2B5EF4-FFF2-40B4-BE49-F238E27FC236}">
                <a16:creationId xmlns:a16="http://schemas.microsoft.com/office/drawing/2014/main" id="{02B89978-9E90-FB08-A775-83666F41EA21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8" name="ZoneTexte 13">
            <a:extLst>
              <a:ext uri="{FF2B5EF4-FFF2-40B4-BE49-F238E27FC236}">
                <a16:creationId xmlns:a16="http://schemas.microsoft.com/office/drawing/2014/main" id="{1C7F9AB8-12BA-DCBD-A7F0-7397A40D2EC8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9" name="Ellipse 15">
            <a:extLst>
              <a:ext uri="{FF2B5EF4-FFF2-40B4-BE49-F238E27FC236}">
                <a16:creationId xmlns:a16="http://schemas.microsoft.com/office/drawing/2014/main" id="{A7022BF0-D3F9-356A-1158-8C3B8EEE95EB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0" name="ZoneTexte 16">
            <a:extLst>
              <a:ext uri="{FF2B5EF4-FFF2-40B4-BE49-F238E27FC236}">
                <a16:creationId xmlns:a16="http://schemas.microsoft.com/office/drawing/2014/main" id="{45F9F681-54F0-21AD-8EBE-1F485063E727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31" name="Ellipse 18">
            <a:extLst>
              <a:ext uri="{FF2B5EF4-FFF2-40B4-BE49-F238E27FC236}">
                <a16:creationId xmlns:a16="http://schemas.microsoft.com/office/drawing/2014/main" id="{C65A2EF9-A7B0-ADDD-323B-240C36D2B790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2" name="ZoneTexte 19">
            <a:extLst>
              <a:ext uri="{FF2B5EF4-FFF2-40B4-BE49-F238E27FC236}">
                <a16:creationId xmlns:a16="http://schemas.microsoft.com/office/drawing/2014/main" id="{4BE42A73-52BE-BF1E-7759-250FD87525B4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3" name="Ellipse 31">
            <a:extLst>
              <a:ext uri="{FF2B5EF4-FFF2-40B4-BE49-F238E27FC236}">
                <a16:creationId xmlns:a16="http://schemas.microsoft.com/office/drawing/2014/main" id="{9A5FB514-7416-22CB-8F11-E6605F4ABA9E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4" name="ZoneTexte 32">
            <a:extLst>
              <a:ext uri="{FF2B5EF4-FFF2-40B4-BE49-F238E27FC236}">
                <a16:creationId xmlns:a16="http://schemas.microsoft.com/office/drawing/2014/main" id="{2D394EEB-0AE9-74EC-5DB1-FEB051C56AE1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55FD5E27-910D-90B0-DD56-5DF425CE3E44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F2564791-54FA-CD8E-4486-86F26E8152D9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1871648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>
            <a:extLst>
              <a:ext uri="{FF2B5EF4-FFF2-40B4-BE49-F238E27FC236}">
                <a16:creationId xmlns:a16="http://schemas.microsoft.com/office/drawing/2014/main" id="{E2A7AD2A-6355-8D69-3206-4241D6129ADE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0C5CD2-CD53-2AC2-9A8F-7500F8750543}"/>
              </a:ext>
            </a:extLst>
          </p:cNvPr>
          <p:cNvSpPr/>
          <p:nvPr userDrawn="1"/>
        </p:nvSpPr>
        <p:spPr>
          <a:xfrm rot="16200000">
            <a:off x="1635315" y="-1635314"/>
            <a:ext cx="5886071" cy="9156700"/>
          </a:xfrm>
          <a:prstGeom prst="rect">
            <a:avLst/>
          </a:prstGeom>
          <a:gradFill>
            <a:gsLst>
              <a:gs pos="49000">
                <a:srgbClr val="CF022B"/>
              </a:gs>
              <a:gs pos="10000">
                <a:srgbClr val="8B1D82"/>
              </a:gs>
              <a:gs pos="0">
                <a:srgbClr val="4D1D82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HurmeGeometricSans4 Bold" panose="020B0500020000000000" pitchFamily="34" charset="77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E8BB9E4-6A4A-4B2D-344F-87E72110BCF8}"/>
              </a:ext>
            </a:extLst>
          </p:cNvPr>
          <p:cNvSpPr txBox="1"/>
          <p:nvPr userDrawn="1"/>
        </p:nvSpPr>
        <p:spPr>
          <a:xfrm>
            <a:off x="3681136" y="959293"/>
            <a:ext cx="4429418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26000" b="1" i="0">
                <a:gradFill flip="none" rotWithShape="1">
                  <a:gsLst>
                    <a:gs pos="10000">
                      <a:srgbClr val="8B1D82"/>
                    </a:gs>
                    <a:gs pos="0">
                      <a:srgbClr val="4D1D82"/>
                    </a:gs>
                    <a:gs pos="6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  <a:tileRect/>
                </a:gradFill>
                <a:latin typeface="Tahoma" panose="020B0604030504040204" pitchFamily="34" charset="0"/>
              </a:rPr>
              <a:t>02</a:t>
            </a:r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A7CE4264-7AE4-3386-77DE-9697763221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2580855"/>
            <a:ext cx="4631771" cy="1218795"/>
          </a:xfrm>
          <a:effectLst/>
        </p:spPr>
        <p:txBody>
          <a:bodyPr wrap="square" anchor="t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24" name="Sous-titre 2">
            <a:extLst>
              <a:ext uri="{FF2B5EF4-FFF2-40B4-BE49-F238E27FC236}">
                <a16:creationId xmlns:a16="http://schemas.microsoft.com/office/drawing/2014/main" id="{461624AB-D37A-6B9D-CC2A-EC57E3BB33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1999593"/>
            <a:ext cx="4514865" cy="25442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section </a:t>
            </a:r>
            <a:r>
              <a:rPr lang="fr-FR" err="1"/>
              <a:t>number</a:t>
            </a:r>
            <a:endParaRPr lang="fr-FR"/>
          </a:p>
        </p:txBody>
      </p: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227FBD50-B2E5-57E2-3053-32F6B78B1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4709" y="1894271"/>
            <a:ext cx="225225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que 1">
            <a:extLst>
              <a:ext uri="{FF2B5EF4-FFF2-40B4-BE49-F238E27FC236}">
                <a16:creationId xmlns:a16="http://schemas.microsoft.com/office/drawing/2014/main" id="{54AEFA57-A82A-4775-15C6-83E4C0BCEE3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9" name="Ellipse 4">
            <a:extLst>
              <a:ext uri="{FF2B5EF4-FFF2-40B4-BE49-F238E27FC236}">
                <a16:creationId xmlns:a16="http://schemas.microsoft.com/office/drawing/2014/main" id="{83372553-5BA9-372C-66FC-F1694C534DF2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0" name="ZoneTexte 9">
            <a:extLst>
              <a:ext uri="{FF2B5EF4-FFF2-40B4-BE49-F238E27FC236}">
                <a16:creationId xmlns:a16="http://schemas.microsoft.com/office/drawing/2014/main" id="{137BAFE9-929A-A215-0005-FA87CCFB4C01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1" name="Ellipse 12">
            <a:extLst>
              <a:ext uri="{FF2B5EF4-FFF2-40B4-BE49-F238E27FC236}">
                <a16:creationId xmlns:a16="http://schemas.microsoft.com/office/drawing/2014/main" id="{E91023E5-4BBC-2C76-E276-ED47895F0ACF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13">
            <a:extLst>
              <a:ext uri="{FF2B5EF4-FFF2-40B4-BE49-F238E27FC236}">
                <a16:creationId xmlns:a16="http://schemas.microsoft.com/office/drawing/2014/main" id="{5E4164C7-CB4C-C1B6-3F39-EAAB69FA34CE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8" name="Ellipse 15">
            <a:extLst>
              <a:ext uri="{FF2B5EF4-FFF2-40B4-BE49-F238E27FC236}">
                <a16:creationId xmlns:a16="http://schemas.microsoft.com/office/drawing/2014/main" id="{B728FD41-4F96-536B-24FE-AC1353B5D659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16">
            <a:extLst>
              <a:ext uri="{FF2B5EF4-FFF2-40B4-BE49-F238E27FC236}">
                <a16:creationId xmlns:a16="http://schemas.microsoft.com/office/drawing/2014/main" id="{0BB5CC3C-56B0-1ABA-CBA6-EA26EB8A5D15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30" name="Ellipse 18">
            <a:extLst>
              <a:ext uri="{FF2B5EF4-FFF2-40B4-BE49-F238E27FC236}">
                <a16:creationId xmlns:a16="http://schemas.microsoft.com/office/drawing/2014/main" id="{4FE83A4F-4EF9-66CF-859D-EE6869AA77EB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19">
            <a:extLst>
              <a:ext uri="{FF2B5EF4-FFF2-40B4-BE49-F238E27FC236}">
                <a16:creationId xmlns:a16="http://schemas.microsoft.com/office/drawing/2014/main" id="{28B30F83-700B-5BE8-4F52-65E4A7071F53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B62B9C25-8BE9-E810-7BD4-86569E9DE370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0ECB353C-C1E5-2743-9730-26426AF4A061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4" name="Ellipse 34">
            <a:extLst>
              <a:ext uri="{FF2B5EF4-FFF2-40B4-BE49-F238E27FC236}">
                <a16:creationId xmlns:a16="http://schemas.microsoft.com/office/drawing/2014/main" id="{6658FCAC-F80B-9267-C9F5-00E55048D2F4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5" name="ZoneTexte 35">
            <a:extLst>
              <a:ext uri="{FF2B5EF4-FFF2-40B4-BE49-F238E27FC236}">
                <a16:creationId xmlns:a16="http://schemas.microsoft.com/office/drawing/2014/main" id="{40F106A8-DA32-A667-656F-071BD511D0CE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C68E89EF-76D2-623C-DF0E-C2E13ADBC883}"/>
              </a:ext>
            </a:extLst>
          </p:cNvPr>
          <p:cNvGrpSpPr/>
          <p:nvPr userDrawn="1"/>
        </p:nvGrpSpPr>
        <p:grpSpPr>
          <a:xfrm flipH="1">
            <a:off x="5206999" y="0"/>
            <a:ext cx="6985000" cy="5886073"/>
            <a:chOff x="956516" y="0"/>
            <a:chExt cx="8138385" cy="6858000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7C7B387B-3686-0EBA-C359-127C6E025B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alphaModFix amt="4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56517" y="0"/>
              <a:ext cx="3536499" cy="6858000"/>
            </a:xfrm>
            <a:prstGeom prst="rect">
              <a:avLst/>
            </a:prstGeom>
          </p:spPr>
        </p:pic>
        <p:pic>
          <p:nvPicPr>
            <p:cNvPr id="7" name="Image 6" descr="Une image contenant personne, télécommande, contrôleur, tenant&#10;&#10;Description générée automatiquement">
              <a:extLst>
                <a:ext uri="{FF2B5EF4-FFF2-40B4-BE49-F238E27FC236}">
                  <a16:creationId xmlns:a16="http://schemas.microsoft.com/office/drawing/2014/main" id="{A83C1A0C-FADE-4FA7-9136-BAF0647E32C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56516" y="0"/>
              <a:ext cx="3536498" cy="6858000"/>
            </a:xfrm>
            <a:prstGeom prst="rect">
              <a:avLst/>
            </a:prstGeom>
          </p:spPr>
        </p:pic>
        <p:pic>
          <p:nvPicPr>
            <p:cNvPr id="10" name="Image 9" descr="Une image contenant personne, télécommande, contrôleur, tenant&#10;&#10;Description générée automatiquement">
              <a:extLst>
                <a:ext uri="{FF2B5EF4-FFF2-40B4-BE49-F238E27FC236}">
                  <a16:creationId xmlns:a16="http://schemas.microsoft.com/office/drawing/2014/main" id="{894AF7C2-063A-F071-4FD8-1DB8BABDF0B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56517" y="0"/>
              <a:ext cx="8138384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7935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>
            <a:extLst>
              <a:ext uri="{FF2B5EF4-FFF2-40B4-BE49-F238E27FC236}">
                <a16:creationId xmlns:a16="http://schemas.microsoft.com/office/drawing/2014/main" id="{E2A7AD2A-6355-8D69-3206-4241D6129ADE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D2D1A1-6998-6978-F2AD-8D7BFB95A338}"/>
              </a:ext>
            </a:extLst>
          </p:cNvPr>
          <p:cNvSpPr/>
          <p:nvPr userDrawn="1"/>
        </p:nvSpPr>
        <p:spPr>
          <a:xfrm rot="16200000">
            <a:off x="1635314" y="-1644462"/>
            <a:ext cx="5886071" cy="9156700"/>
          </a:xfrm>
          <a:prstGeom prst="rect">
            <a:avLst/>
          </a:prstGeom>
          <a:gradFill>
            <a:gsLst>
              <a:gs pos="49000">
                <a:srgbClr val="CF022B"/>
              </a:gs>
              <a:gs pos="10000">
                <a:srgbClr val="8B1D82"/>
              </a:gs>
              <a:gs pos="0">
                <a:srgbClr val="4D1D82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HurmeGeometricSans4 Bold" panose="020B0500020000000000" pitchFamily="34" charset="77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3611893-DF78-B06D-BE52-8ECBBA9FF5F2}"/>
              </a:ext>
            </a:extLst>
          </p:cNvPr>
          <p:cNvSpPr txBox="1"/>
          <p:nvPr userDrawn="1"/>
        </p:nvSpPr>
        <p:spPr>
          <a:xfrm>
            <a:off x="3681136" y="959293"/>
            <a:ext cx="4429418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26000" b="1" i="0">
                <a:gradFill flip="none" rotWithShape="1">
                  <a:gsLst>
                    <a:gs pos="10000">
                      <a:srgbClr val="8B1D82"/>
                    </a:gs>
                    <a:gs pos="0">
                      <a:srgbClr val="4D1D82"/>
                    </a:gs>
                    <a:gs pos="6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  <a:tileRect/>
                </a:gradFill>
                <a:latin typeface="Tahoma" panose="020B0604030504040204" pitchFamily="34" charset="0"/>
              </a:rPr>
              <a:t>03</a:t>
            </a: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30E0C6ED-FD80-4DE8-3D36-E17562AFC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2580855"/>
            <a:ext cx="4631771" cy="1218795"/>
          </a:xfrm>
          <a:effectLst/>
        </p:spPr>
        <p:txBody>
          <a:bodyPr wrap="square" anchor="t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21" name="Sous-titre 2">
            <a:extLst>
              <a:ext uri="{FF2B5EF4-FFF2-40B4-BE49-F238E27FC236}">
                <a16:creationId xmlns:a16="http://schemas.microsoft.com/office/drawing/2014/main" id="{24DFE166-6FD5-9D28-BFA2-53A567588B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1999593"/>
            <a:ext cx="4514865" cy="25442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section </a:t>
            </a:r>
            <a:r>
              <a:rPr lang="fr-FR" err="1"/>
              <a:t>number</a:t>
            </a:r>
            <a:endParaRPr lang="fr-FR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31D9B3AF-60D6-AE62-0DF7-9552C5F8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4709" y="1894271"/>
            <a:ext cx="225225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que 2">
            <a:extLst>
              <a:ext uri="{FF2B5EF4-FFF2-40B4-BE49-F238E27FC236}">
                <a16:creationId xmlns:a16="http://schemas.microsoft.com/office/drawing/2014/main" id="{9821DFF2-553E-FBC1-868A-F5077E1B230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9" name="Ellipse 4">
            <a:extLst>
              <a:ext uri="{FF2B5EF4-FFF2-40B4-BE49-F238E27FC236}">
                <a16:creationId xmlns:a16="http://schemas.microsoft.com/office/drawing/2014/main" id="{FFB13D6E-5256-97C9-2B87-7FEDCB92251E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5" name="ZoneTexte 9">
            <a:extLst>
              <a:ext uri="{FF2B5EF4-FFF2-40B4-BE49-F238E27FC236}">
                <a16:creationId xmlns:a16="http://schemas.microsoft.com/office/drawing/2014/main" id="{72D31DA4-BCBE-65F2-D828-CE4213ACE3A8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6" name="Ellipse 12">
            <a:extLst>
              <a:ext uri="{FF2B5EF4-FFF2-40B4-BE49-F238E27FC236}">
                <a16:creationId xmlns:a16="http://schemas.microsoft.com/office/drawing/2014/main" id="{0833E907-DDFD-13E6-1E5E-D7F0105192B0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13">
            <a:extLst>
              <a:ext uri="{FF2B5EF4-FFF2-40B4-BE49-F238E27FC236}">
                <a16:creationId xmlns:a16="http://schemas.microsoft.com/office/drawing/2014/main" id="{BDF59DD0-9DA0-68C9-0D5F-E3960806974E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8" name="Ellipse 15">
            <a:extLst>
              <a:ext uri="{FF2B5EF4-FFF2-40B4-BE49-F238E27FC236}">
                <a16:creationId xmlns:a16="http://schemas.microsoft.com/office/drawing/2014/main" id="{E6FE4AC9-7795-E0F3-5BD6-108E9C80217B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16">
            <a:extLst>
              <a:ext uri="{FF2B5EF4-FFF2-40B4-BE49-F238E27FC236}">
                <a16:creationId xmlns:a16="http://schemas.microsoft.com/office/drawing/2014/main" id="{2225F12F-6AC3-3E7F-3E28-0D9754748978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30" name="Ellipse 18">
            <a:extLst>
              <a:ext uri="{FF2B5EF4-FFF2-40B4-BE49-F238E27FC236}">
                <a16:creationId xmlns:a16="http://schemas.microsoft.com/office/drawing/2014/main" id="{A3583535-EC02-7739-E105-C6D82BAA6552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19">
            <a:extLst>
              <a:ext uri="{FF2B5EF4-FFF2-40B4-BE49-F238E27FC236}">
                <a16:creationId xmlns:a16="http://schemas.microsoft.com/office/drawing/2014/main" id="{8102445E-A207-919D-EAF5-AB7E66366320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4952032D-E1C8-B95B-925A-308202197328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5C0E6BE-E3C5-F392-4149-5AF5CE089A83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4" name="Ellipse 34">
            <a:extLst>
              <a:ext uri="{FF2B5EF4-FFF2-40B4-BE49-F238E27FC236}">
                <a16:creationId xmlns:a16="http://schemas.microsoft.com/office/drawing/2014/main" id="{323F520F-F9DD-DD90-2803-B897BEC33CF1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5" name="ZoneTexte 35">
            <a:extLst>
              <a:ext uri="{FF2B5EF4-FFF2-40B4-BE49-F238E27FC236}">
                <a16:creationId xmlns:a16="http://schemas.microsoft.com/office/drawing/2014/main" id="{94151FA5-1622-AC5A-0144-7EC9CF659F89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CC583E95-0D55-AAF4-B0A4-F0ABFD32B8F1}"/>
              </a:ext>
            </a:extLst>
          </p:cNvPr>
          <p:cNvGrpSpPr/>
          <p:nvPr userDrawn="1"/>
        </p:nvGrpSpPr>
        <p:grpSpPr>
          <a:xfrm>
            <a:off x="5680002" y="-9150"/>
            <a:ext cx="6511998" cy="5886073"/>
            <a:chOff x="5680002" y="-9150"/>
            <a:chExt cx="6511998" cy="5886073"/>
          </a:xfrm>
        </p:grpSpPr>
        <p:pic>
          <p:nvPicPr>
            <p:cNvPr id="5" name="Image 4" descr="Une image contenant intérieur, personne&#10;&#10;Description générée automatiquement">
              <a:extLst>
                <a:ext uri="{FF2B5EF4-FFF2-40B4-BE49-F238E27FC236}">
                  <a16:creationId xmlns:a16="http://schemas.microsoft.com/office/drawing/2014/main" id="{DE6CB56F-7B6B-075C-C1FD-A2A931E1474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H="1">
              <a:off x="9156700" y="-9150"/>
              <a:ext cx="3035300" cy="5886073"/>
            </a:xfrm>
            <a:prstGeom prst="rect">
              <a:avLst/>
            </a:prstGeom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28786702-ADD2-F6C3-1E7A-4F43C6C5E8A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H="1">
              <a:off x="5680002" y="-9148"/>
              <a:ext cx="6096000" cy="58860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2864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3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personne, intérieur, gens, restaurant&#10;&#10;Description générée automatiquement">
            <a:extLst>
              <a:ext uri="{FF2B5EF4-FFF2-40B4-BE49-F238E27FC236}">
                <a16:creationId xmlns:a16="http://schemas.microsoft.com/office/drawing/2014/main" id="{D27436C3-D930-3539-99DC-DFEB4361FF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01025" y="168"/>
            <a:ext cx="3090975" cy="587675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1635201" y="-1644574"/>
            <a:ext cx="5886298" cy="9156700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D403255-B727-2E1B-03EB-624EF4BA233C}"/>
              </a:ext>
            </a:extLst>
          </p:cNvPr>
          <p:cNvSpPr txBox="1"/>
          <p:nvPr userDrawn="1"/>
        </p:nvSpPr>
        <p:spPr>
          <a:xfrm>
            <a:off x="3681136" y="959293"/>
            <a:ext cx="4429418" cy="409342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26000" b="1" i="0">
                <a:gradFill flip="none" rotWithShape="1">
                  <a:gsLst>
                    <a:gs pos="10000">
                      <a:srgbClr val="8B1D82"/>
                    </a:gs>
                    <a:gs pos="0">
                      <a:srgbClr val="4D1D82"/>
                    </a:gs>
                    <a:gs pos="6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  <a:tileRect/>
                </a:gradFill>
                <a:latin typeface="Tahoma" panose="020B0604030504040204" pitchFamily="34" charset="0"/>
              </a:rPr>
              <a:t>03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2580855"/>
            <a:ext cx="4514865" cy="1218795"/>
          </a:xfrm>
          <a:effectLst/>
        </p:spPr>
        <p:txBody>
          <a:bodyPr anchor="t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1999593"/>
            <a:ext cx="4514865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section </a:t>
            </a:r>
            <a:r>
              <a:rPr lang="fr-FR" err="1"/>
              <a:t>number</a:t>
            </a:r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D4B6320-01F0-3CB6-40A2-08612C02B480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pic>
        <p:nvPicPr>
          <p:cNvPr id="5" name="Image 4" descr="Une image contenant personne, homme, sombre&#10;&#10;Description générée automatiquement">
            <a:extLst>
              <a:ext uri="{FF2B5EF4-FFF2-40B4-BE49-F238E27FC236}">
                <a16:creationId xmlns:a16="http://schemas.microsoft.com/office/drawing/2014/main" id="{B8B520C8-2E49-4AC4-A81E-18C15C02FE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9163" y="-9164"/>
            <a:ext cx="5162837" cy="5886090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6199E17-C866-FC65-101E-01F8C128F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4709" y="1894271"/>
            <a:ext cx="225225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que 6">
            <a:extLst>
              <a:ext uri="{FF2B5EF4-FFF2-40B4-BE49-F238E27FC236}">
                <a16:creationId xmlns:a16="http://schemas.microsoft.com/office/drawing/2014/main" id="{C175574D-99DC-FFA2-C3DE-045900840F8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8" name="Ellipse 4">
            <a:extLst>
              <a:ext uri="{FF2B5EF4-FFF2-40B4-BE49-F238E27FC236}">
                <a16:creationId xmlns:a16="http://schemas.microsoft.com/office/drawing/2014/main" id="{8F20BA5C-D8A9-25CD-14E0-8AD00A6D5D13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5" name="ZoneTexte 9">
            <a:extLst>
              <a:ext uri="{FF2B5EF4-FFF2-40B4-BE49-F238E27FC236}">
                <a16:creationId xmlns:a16="http://schemas.microsoft.com/office/drawing/2014/main" id="{01410C42-BD28-11D9-9B38-7419525E4CD1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6" name="Ellipse 12">
            <a:extLst>
              <a:ext uri="{FF2B5EF4-FFF2-40B4-BE49-F238E27FC236}">
                <a16:creationId xmlns:a16="http://schemas.microsoft.com/office/drawing/2014/main" id="{3B16AA47-B60B-9C7B-FBD2-077B4A509B9E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13">
            <a:extLst>
              <a:ext uri="{FF2B5EF4-FFF2-40B4-BE49-F238E27FC236}">
                <a16:creationId xmlns:a16="http://schemas.microsoft.com/office/drawing/2014/main" id="{331B4F1C-B7F5-1EE6-6DF3-9958A9A2C7FB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8" name="Ellipse 15">
            <a:extLst>
              <a:ext uri="{FF2B5EF4-FFF2-40B4-BE49-F238E27FC236}">
                <a16:creationId xmlns:a16="http://schemas.microsoft.com/office/drawing/2014/main" id="{D07709A7-1AAB-A317-459C-0805FCEFB944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16">
            <a:extLst>
              <a:ext uri="{FF2B5EF4-FFF2-40B4-BE49-F238E27FC236}">
                <a16:creationId xmlns:a16="http://schemas.microsoft.com/office/drawing/2014/main" id="{54BFBACB-AAD6-C6DD-1213-7481B8A4EDA1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30" name="Ellipse 18">
            <a:extLst>
              <a:ext uri="{FF2B5EF4-FFF2-40B4-BE49-F238E27FC236}">
                <a16:creationId xmlns:a16="http://schemas.microsoft.com/office/drawing/2014/main" id="{237B3951-8131-92A5-9805-FF0B960745FA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19">
            <a:extLst>
              <a:ext uri="{FF2B5EF4-FFF2-40B4-BE49-F238E27FC236}">
                <a16:creationId xmlns:a16="http://schemas.microsoft.com/office/drawing/2014/main" id="{DD34CDDD-4263-97CC-2712-0C6B486A0724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D48DFA07-894A-DCAC-AE7D-317683E2F4D4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ACD456DB-E694-3F8C-055D-9BA80ACA7466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4" name="Ellipse 34">
            <a:extLst>
              <a:ext uri="{FF2B5EF4-FFF2-40B4-BE49-F238E27FC236}">
                <a16:creationId xmlns:a16="http://schemas.microsoft.com/office/drawing/2014/main" id="{F7670DCB-4B0E-55DB-32A4-7081AD99B97E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5" name="ZoneTexte 35">
            <a:extLst>
              <a:ext uri="{FF2B5EF4-FFF2-40B4-BE49-F238E27FC236}">
                <a16:creationId xmlns:a16="http://schemas.microsoft.com/office/drawing/2014/main" id="{E03FF1E3-E098-0E8F-07A7-1181AAE1C0ED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30849483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, personne&#10;&#10;Description générée automatiquement">
            <a:extLst>
              <a:ext uri="{FF2B5EF4-FFF2-40B4-BE49-F238E27FC236}">
                <a16:creationId xmlns:a16="http://schemas.microsoft.com/office/drawing/2014/main" id="{A231F75D-A3D2-8DD1-37EE-B22D6C2E2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01033" y="168"/>
            <a:ext cx="3090968" cy="587675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1635201" y="-1644574"/>
            <a:ext cx="5886298" cy="9156700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D403255-B727-2E1B-03EB-624EF4BA233C}"/>
              </a:ext>
            </a:extLst>
          </p:cNvPr>
          <p:cNvSpPr txBox="1"/>
          <p:nvPr userDrawn="1"/>
        </p:nvSpPr>
        <p:spPr>
          <a:xfrm>
            <a:off x="3681136" y="959293"/>
            <a:ext cx="4429418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26000" b="1" i="0">
                <a:gradFill flip="none" rotWithShape="1">
                  <a:gsLst>
                    <a:gs pos="10000">
                      <a:srgbClr val="8B1D82"/>
                    </a:gs>
                    <a:gs pos="0">
                      <a:srgbClr val="4D1D82"/>
                    </a:gs>
                    <a:gs pos="6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  <a:tileRect/>
                </a:gradFill>
                <a:latin typeface="Tahoma" panose="020B0604030504040204" pitchFamily="34" charset="0"/>
              </a:rPr>
              <a:t>04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2580855"/>
            <a:ext cx="4514865" cy="1218795"/>
          </a:xfrm>
          <a:effectLst/>
        </p:spPr>
        <p:txBody>
          <a:bodyPr anchor="t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1999593"/>
            <a:ext cx="4514865" cy="25442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section </a:t>
            </a:r>
            <a:r>
              <a:rPr lang="fr-FR" err="1"/>
              <a:t>number</a:t>
            </a:r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76AFEE9-7BED-AFF6-252D-38F18A03E71A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pic>
        <p:nvPicPr>
          <p:cNvPr id="8" name="Image 7" descr="Une image contenant personne, extérieur, sombre&#10;&#10;Description générée automatiquement">
            <a:extLst>
              <a:ext uri="{FF2B5EF4-FFF2-40B4-BE49-F238E27FC236}">
                <a16:creationId xmlns:a16="http://schemas.microsoft.com/office/drawing/2014/main" id="{FDA70619-58B0-2536-76B3-9E534DD377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29133" y="-9373"/>
            <a:ext cx="5462867" cy="5886298"/>
          </a:xfrm>
          <a:prstGeom prst="rect">
            <a:avLst/>
          </a:prstGeom>
        </p:spPr>
      </p:pic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9246A9C1-8EA1-C45F-21C9-E4EE3F019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4709" y="1894271"/>
            <a:ext cx="225225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que 8">
            <a:extLst>
              <a:ext uri="{FF2B5EF4-FFF2-40B4-BE49-F238E27FC236}">
                <a16:creationId xmlns:a16="http://schemas.microsoft.com/office/drawing/2014/main" id="{F63F3B6C-4D26-F282-15F5-AB510F144F4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4" name="Ellipse 4">
            <a:extLst>
              <a:ext uri="{FF2B5EF4-FFF2-40B4-BE49-F238E27FC236}">
                <a16:creationId xmlns:a16="http://schemas.microsoft.com/office/drawing/2014/main" id="{D318DA2A-DDEC-00AE-13C7-68B2EE1FE4D9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6" name="ZoneTexte 9">
            <a:extLst>
              <a:ext uri="{FF2B5EF4-FFF2-40B4-BE49-F238E27FC236}">
                <a16:creationId xmlns:a16="http://schemas.microsoft.com/office/drawing/2014/main" id="{5C6A5459-B826-1F89-A76F-064D6B902568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6" name="Ellipse 12">
            <a:extLst>
              <a:ext uri="{FF2B5EF4-FFF2-40B4-BE49-F238E27FC236}">
                <a16:creationId xmlns:a16="http://schemas.microsoft.com/office/drawing/2014/main" id="{DC0C3B18-0D56-7A02-4C6F-6E99CB067B33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13">
            <a:extLst>
              <a:ext uri="{FF2B5EF4-FFF2-40B4-BE49-F238E27FC236}">
                <a16:creationId xmlns:a16="http://schemas.microsoft.com/office/drawing/2014/main" id="{7FB0DC23-B4DF-1E41-8922-1C9CE46C3889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8" name="Ellipse 15">
            <a:extLst>
              <a:ext uri="{FF2B5EF4-FFF2-40B4-BE49-F238E27FC236}">
                <a16:creationId xmlns:a16="http://schemas.microsoft.com/office/drawing/2014/main" id="{7A1F6E25-BF82-B754-3780-9F9EB26416C2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16">
            <a:extLst>
              <a:ext uri="{FF2B5EF4-FFF2-40B4-BE49-F238E27FC236}">
                <a16:creationId xmlns:a16="http://schemas.microsoft.com/office/drawing/2014/main" id="{3BA96850-617E-F1DC-C400-BBE605A318D9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30" name="Ellipse 18">
            <a:extLst>
              <a:ext uri="{FF2B5EF4-FFF2-40B4-BE49-F238E27FC236}">
                <a16:creationId xmlns:a16="http://schemas.microsoft.com/office/drawing/2014/main" id="{825431BD-5CDD-4CE0-EE64-1B8F83F8399A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19">
            <a:extLst>
              <a:ext uri="{FF2B5EF4-FFF2-40B4-BE49-F238E27FC236}">
                <a16:creationId xmlns:a16="http://schemas.microsoft.com/office/drawing/2014/main" id="{7FEC5ABA-5F65-26F7-2A22-A161B28D539A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E84197A1-04D8-E0CF-D3C0-8C4EAAA30274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54B05CFA-3CAA-3DC7-22C1-CBD259AF229A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4" name="Ellipse 34">
            <a:extLst>
              <a:ext uri="{FF2B5EF4-FFF2-40B4-BE49-F238E27FC236}">
                <a16:creationId xmlns:a16="http://schemas.microsoft.com/office/drawing/2014/main" id="{8C766A56-C3ED-C3CA-C455-F2EDD47CAA35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5" name="ZoneTexte 35">
            <a:extLst>
              <a:ext uri="{FF2B5EF4-FFF2-40B4-BE49-F238E27FC236}">
                <a16:creationId xmlns:a16="http://schemas.microsoft.com/office/drawing/2014/main" id="{1132F6D3-5EE0-2FC4-DAA6-C1549B0EE031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34875913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4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personne&#10;&#10;Description générée automatiquement">
            <a:extLst>
              <a:ext uri="{FF2B5EF4-FFF2-40B4-BE49-F238E27FC236}">
                <a16:creationId xmlns:a16="http://schemas.microsoft.com/office/drawing/2014/main" id="{5D6C8F30-F02C-41EC-555B-4FBAAC3300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00767" y="-8292"/>
            <a:ext cx="3091233" cy="58852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1635201" y="-1644574"/>
            <a:ext cx="5886298" cy="9156700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D403255-B727-2E1B-03EB-624EF4BA233C}"/>
              </a:ext>
            </a:extLst>
          </p:cNvPr>
          <p:cNvSpPr txBox="1"/>
          <p:nvPr userDrawn="1"/>
        </p:nvSpPr>
        <p:spPr>
          <a:xfrm>
            <a:off x="3681136" y="959293"/>
            <a:ext cx="4429418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26000" b="1" i="0">
                <a:gradFill flip="none" rotWithShape="1">
                  <a:gsLst>
                    <a:gs pos="10000">
                      <a:srgbClr val="8B1D82"/>
                    </a:gs>
                    <a:gs pos="0">
                      <a:srgbClr val="4D1D82"/>
                    </a:gs>
                    <a:gs pos="6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  <a:tileRect/>
                </a:gradFill>
                <a:latin typeface="Tahoma" panose="020B0604030504040204" pitchFamily="34" charset="0"/>
              </a:rPr>
              <a:t>04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2580855"/>
            <a:ext cx="4514865" cy="1218795"/>
          </a:xfrm>
          <a:effectLst/>
        </p:spPr>
        <p:txBody>
          <a:bodyPr anchor="t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1999593"/>
            <a:ext cx="4514865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Click to edit section number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B15BD73-9991-66C7-39EA-104601C7334D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pic>
        <p:nvPicPr>
          <p:cNvPr id="7" name="Image 6" descr="Une image contenant personne&#10;&#10;Description générée automatiquement">
            <a:extLst>
              <a:ext uri="{FF2B5EF4-FFF2-40B4-BE49-F238E27FC236}">
                <a16:creationId xmlns:a16="http://schemas.microsoft.com/office/drawing/2014/main" id="{94C83F6D-46AC-3265-5F62-DAFA2CD59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5424"/>
          <a:stretch/>
        </p:blipFill>
        <p:spPr>
          <a:xfrm>
            <a:off x="5303519" y="-377411"/>
            <a:ext cx="6888481" cy="6254336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943D133-6B97-8C46-7D50-469D2FDA8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4709" y="1894271"/>
            <a:ext cx="225225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que 3">
            <a:extLst>
              <a:ext uri="{FF2B5EF4-FFF2-40B4-BE49-F238E27FC236}">
                <a16:creationId xmlns:a16="http://schemas.microsoft.com/office/drawing/2014/main" id="{2A4B4036-CE17-46A6-4E3F-8AF5D4ED1FC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8" name="Ellipse 4">
            <a:extLst>
              <a:ext uri="{FF2B5EF4-FFF2-40B4-BE49-F238E27FC236}">
                <a16:creationId xmlns:a16="http://schemas.microsoft.com/office/drawing/2014/main" id="{F6CDD991-CD53-B39C-A495-3716DD1AAEDF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5" name="ZoneTexte 9">
            <a:extLst>
              <a:ext uri="{FF2B5EF4-FFF2-40B4-BE49-F238E27FC236}">
                <a16:creationId xmlns:a16="http://schemas.microsoft.com/office/drawing/2014/main" id="{8F8C0066-0621-E4A8-3AF5-2F1DCC3213E8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6" name="Ellipse 12">
            <a:extLst>
              <a:ext uri="{FF2B5EF4-FFF2-40B4-BE49-F238E27FC236}">
                <a16:creationId xmlns:a16="http://schemas.microsoft.com/office/drawing/2014/main" id="{616E5EBE-47C5-5C86-FD13-0B080860FF69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13">
            <a:extLst>
              <a:ext uri="{FF2B5EF4-FFF2-40B4-BE49-F238E27FC236}">
                <a16:creationId xmlns:a16="http://schemas.microsoft.com/office/drawing/2014/main" id="{C4BEA445-2C6C-76BF-A1DD-8276EA80BDCE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8" name="Ellipse 15">
            <a:extLst>
              <a:ext uri="{FF2B5EF4-FFF2-40B4-BE49-F238E27FC236}">
                <a16:creationId xmlns:a16="http://schemas.microsoft.com/office/drawing/2014/main" id="{1AAC03E5-28F2-E933-40BE-5CC6A18119FC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16">
            <a:extLst>
              <a:ext uri="{FF2B5EF4-FFF2-40B4-BE49-F238E27FC236}">
                <a16:creationId xmlns:a16="http://schemas.microsoft.com/office/drawing/2014/main" id="{70FD90D9-4AB2-4CDB-11E3-C5E3AEF6EC8E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30" name="Ellipse 18">
            <a:extLst>
              <a:ext uri="{FF2B5EF4-FFF2-40B4-BE49-F238E27FC236}">
                <a16:creationId xmlns:a16="http://schemas.microsoft.com/office/drawing/2014/main" id="{290444CA-FBDE-A294-4B40-DF53F1C08169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19">
            <a:extLst>
              <a:ext uri="{FF2B5EF4-FFF2-40B4-BE49-F238E27FC236}">
                <a16:creationId xmlns:a16="http://schemas.microsoft.com/office/drawing/2014/main" id="{B378171D-1C6B-5A71-B6C0-47587258C988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5EC45691-179A-91B6-674C-4D9D824A87EF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EE2B9749-699B-620B-179E-36E66CE61EEF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4" name="Ellipse 34">
            <a:extLst>
              <a:ext uri="{FF2B5EF4-FFF2-40B4-BE49-F238E27FC236}">
                <a16:creationId xmlns:a16="http://schemas.microsoft.com/office/drawing/2014/main" id="{41D9B33B-5A4E-BFC9-CDAA-99D1CFFA9D0F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5" name="ZoneTexte 35">
            <a:extLst>
              <a:ext uri="{FF2B5EF4-FFF2-40B4-BE49-F238E27FC236}">
                <a16:creationId xmlns:a16="http://schemas.microsoft.com/office/drawing/2014/main" id="{6A26F48C-31D2-67F4-3BF4-EEAAAE6483B5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26032841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10">
            <a:extLst>
              <a:ext uri="{FF2B5EF4-FFF2-40B4-BE49-F238E27FC236}">
                <a16:creationId xmlns:a16="http://schemas.microsoft.com/office/drawing/2014/main" id="{3B15BD73-9991-66C7-39EA-104601C7334D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0F256C-6539-C961-B0E8-8E0D0D17BE13}"/>
              </a:ext>
            </a:extLst>
          </p:cNvPr>
          <p:cNvSpPr/>
          <p:nvPr userDrawn="1"/>
        </p:nvSpPr>
        <p:spPr>
          <a:xfrm rot="16200000">
            <a:off x="1635315" y="-1644462"/>
            <a:ext cx="5886071" cy="9156700"/>
          </a:xfrm>
          <a:prstGeom prst="rect">
            <a:avLst/>
          </a:prstGeom>
          <a:gradFill>
            <a:gsLst>
              <a:gs pos="49000">
                <a:srgbClr val="CF022B"/>
              </a:gs>
              <a:gs pos="10000">
                <a:srgbClr val="8B1D82"/>
              </a:gs>
              <a:gs pos="0">
                <a:srgbClr val="4D1D82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HurmeGeometricSans4 Bold" panose="020B0500020000000000" pitchFamily="34" charset="77"/>
            </a:endParaRPr>
          </a:p>
        </p:txBody>
      </p:sp>
      <p:pic>
        <p:nvPicPr>
          <p:cNvPr id="18" name="Image 17" descr="Une image contenant ciel, personne, extérieur, planche&#10;&#10;Description générée automatiquement">
            <a:extLst>
              <a:ext uri="{FF2B5EF4-FFF2-40B4-BE49-F238E27FC236}">
                <a16:creationId xmlns:a16="http://schemas.microsoft.com/office/drawing/2014/main" id="{E13590B8-7277-AE61-9E26-FE67ED5024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29688" y="-9150"/>
            <a:ext cx="3262312" cy="5886075"/>
          </a:xfrm>
          <a:prstGeom prst="rect">
            <a:avLst/>
          </a:prstGeom>
        </p:spPr>
      </p:pic>
      <p:pic>
        <p:nvPicPr>
          <p:cNvPr id="19" name="Image 18" descr="Une image contenant personne&#10;&#10;Description générée automatiquement">
            <a:extLst>
              <a:ext uri="{FF2B5EF4-FFF2-40B4-BE49-F238E27FC236}">
                <a16:creationId xmlns:a16="http://schemas.microsoft.com/office/drawing/2014/main" id="{B478A321-F60D-A4FB-C28B-AEE8E84B78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27963" y="-9151"/>
            <a:ext cx="5498304" cy="5876925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544CEF6E-E1B0-E23E-3C0D-D105B8C7AC27}"/>
              </a:ext>
            </a:extLst>
          </p:cNvPr>
          <p:cNvSpPr txBox="1"/>
          <p:nvPr userDrawn="1"/>
        </p:nvSpPr>
        <p:spPr>
          <a:xfrm>
            <a:off x="3681136" y="959293"/>
            <a:ext cx="4429418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26000" b="1" i="0">
                <a:gradFill flip="none" rotWithShape="1">
                  <a:gsLst>
                    <a:gs pos="10000">
                      <a:srgbClr val="8B1D82"/>
                    </a:gs>
                    <a:gs pos="0">
                      <a:srgbClr val="4D1D82"/>
                    </a:gs>
                    <a:gs pos="6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  <a:tileRect/>
                </a:gradFill>
                <a:latin typeface="Tahoma" panose="020B0604030504040204" pitchFamily="34" charset="0"/>
              </a:rPr>
              <a:t>05</a:t>
            </a:r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32E34630-A947-BB5E-8DBA-F6940DDFD2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2580855"/>
            <a:ext cx="4514865" cy="1218795"/>
          </a:xfrm>
          <a:effectLst/>
        </p:spPr>
        <p:txBody>
          <a:bodyPr anchor="t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22" name="Sous-titre 2">
            <a:extLst>
              <a:ext uri="{FF2B5EF4-FFF2-40B4-BE49-F238E27FC236}">
                <a16:creationId xmlns:a16="http://schemas.microsoft.com/office/drawing/2014/main" id="{CD67EED4-8F56-82ED-00A8-19EC94949F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1999593"/>
            <a:ext cx="4514865" cy="25442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Click to edit section number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96558D12-D684-3C73-DCF1-89ACC4FD2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4709" y="1894271"/>
            <a:ext cx="225225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que 1">
            <a:extLst>
              <a:ext uri="{FF2B5EF4-FFF2-40B4-BE49-F238E27FC236}">
                <a16:creationId xmlns:a16="http://schemas.microsoft.com/office/drawing/2014/main" id="{34413810-E2EA-8C40-C840-1A7AAA240A2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8" name="Ellipse 4">
            <a:extLst>
              <a:ext uri="{FF2B5EF4-FFF2-40B4-BE49-F238E27FC236}">
                <a16:creationId xmlns:a16="http://schemas.microsoft.com/office/drawing/2014/main" id="{89C8D9AC-7F1C-FDFD-F2EE-07A171648249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5" name="ZoneTexte 9">
            <a:extLst>
              <a:ext uri="{FF2B5EF4-FFF2-40B4-BE49-F238E27FC236}">
                <a16:creationId xmlns:a16="http://schemas.microsoft.com/office/drawing/2014/main" id="{1555DB3B-0F7B-9D43-3D38-DAFD2178FE82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6" name="Ellipse 12">
            <a:extLst>
              <a:ext uri="{FF2B5EF4-FFF2-40B4-BE49-F238E27FC236}">
                <a16:creationId xmlns:a16="http://schemas.microsoft.com/office/drawing/2014/main" id="{A30E6289-4A3C-C73E-A197-8A5320005230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13">
            <a:extLst>
              <a:ext uri="{FF2B5EF4-FFF2-40B4-BE49-F238E27FC236}">
                <a16:creationId xmlns:a16="http://schemas.microsoft.com/office/drawing/2014/main" id="{C7E57A25-5939-F37E-A94C-FABD5C101CF7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8" name="Ellipse 15">
            <a:extLst>
              <a:ext uri="{FF2B5EF4-FFF2-40B4-BE49-F238E27FC236}">
                <a16:creationId xmlns:a16="http://schemas.microsoft.com/office/drawing/2014/main" id="{5EE33354-F2C1-4140-DDA2-250BC2703D24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16">
            <a:extLst>
              <a:ext uri="{FF2B5EF4-FFF2-40B4-BE49-F238E27FC236}">
                <a16:creationId xmlns:a16="http://schemas.microsoft.com/office/drawing/2014/main" id="{DD9F6BE9-E0C6-7E3F-ADE1-F30E5CE56870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30" name="Ellipse 18">
            <a:extLst>
              <a:ext uri="{FF2B5EF4-FFF2-40B4-BE49-F238E27FC236}">
                <a16:creationId xmlns:a16="http://schemas.microsoft.com/office/drawing/2014/main" id="{C53A1E55-98A0-113D-5E0F-C545E5B0E603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19">
            <a:extLst>
              <a:ext uri="{FF2B5EF4-FFF2-40B4-BE49-F238E27FC236}">
                <a16:creationId xmlns:a16="http://schemas.microsoft.com/office/drawing/2014/main" id="{09C6E25E-DB5B-5E34-1B1A-A65B4374D46B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6736A214-0762-7F8F-6FB9-8B437199396F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147B72B4-790F-5AB9-8469-DA4DAD4662B4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4" name="Ellipse 34">
            <a:extLst>
              <a:ext uri="{FF2B5EF4-FFF2-40B4-BE49-F238E27FC236}">
                <a16:creationId xmlns:a16="http://schemas.microsoft.com/office/drawing/2014/main" id="{43D501E6-663D-CA6F-522C-DA5492410F99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5" name="ZoneTexte 35">
            <a:extLst>
              <a:ext uri="{FF2B5EF4-FFF2-40B4-BE49-F238E27FC236}">
                <a16:creationId xmlns:a16="http://schemas.microsoft.com/office/drawing/2014/main" id="{23676F8E-F5E1-A50D-58EC-96D50AABEA5F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39213203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5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1635201" y="-1644574"/>
            <a:ext cx="5886298" cy="9156700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D403255-B727-2E1B-03EB-624EF4BA233C}"/>
              </a:ext>
            </a:extLst>
          </p:cNvPr>
          <p:cNvSpPr txBox="1"/>
          <p:nvPr userDrawn="1"/>
        </p:nvSpPr>
        <p:spPr>
          <a:xfrm>
            <a:off x="3681136" y="959293"/>
            <a:ext cx="4429418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26000" b="1" i="0">
                <a:gradFill flip="none" rotWithShape="1">
                  <a:gsLst>
                    <a:gs pos="10000">
                      <a:srgbClr val="8B1D82"/>
                    </a:gs>
                    <a:gs pos="0">
                      <a:srgbClr val="4D1D82"/>
                    </a:gs>
                    <a:gs pos="6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  <a:tileRect/>
                </a:gradFill>
                <a:latin typeface="Tahoma" panose="020B0604030504040204" pitchFamily="34" charset="0"/>
              </a:rPr>
              <a:t>05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2580855"/>
            <a:ext cx="4514865" cy="1218795"/>
          </a:xfrm>
          <a:effectLst/>
        </p:spPr>
        <p:txBody>
          <a:bodyPr anchor="t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1999593"/>
            <a:ext cx="4514865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Click to edit section number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947E420-0EB0-936E-5CD1-F825E5FBDB16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pic>
        <p:nvPicPr>
          <p:cNvPr id="9" name="Image 8" descr="Une image contenant arbre, personne, extérieur&#10;&#10;Description générée automatiquement">
            <a:extLst>
              <a:ext uri="{FF2B5EF4-FFF2-40B4-BE49-F238E27FC236}">
                <a16:creationId xmlns:a16="http://schemas.microsoft.com/office/drawing/2014/main" id="{B7B673E9-0925-4C30-D0F3-C513BB89C2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6700" y="0"/>
            <a:ext cx="3033257" cy="5876925"/>
          </a:xfrm>
          <a:prstGeom prst="rect">
            <a:avLst/>
          </a:prstGeom>
        </p:spPr>
      </p:pic>
      <p:pic>
        <p:nvPicPr>
          <p:cNvPr id="12" name="Image 11" descr="Une image contenant personne, sombre&#10;&#10;Description générée automatiquement">
            <a:extLst>
              <a:ext uri="{FF2B5EF4-FFF2-40B4-BE49-F238E27FC236}">
                <a16:creationId xmlns:a16="http://schemas.microsoft.com/office/drawing/2014/main" id="{F7481C53-8E26-E6C1-EE98-98C2D44967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15137" y="0"/>
            <a:ext cx="6076863" cy="5876925"/>
          </a:xfrm>
          <a:prstGeom prst="rect">
            <a:avLst/>
          </a:prstGeom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E197A33C-86BC-A2D5-35A4-863E9F146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4709" y="1894271"/>
            <a:ext cx="225225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que 3">
            <a:extLst>
              <a:ext uri="{FF2B5EF4-FFF2-40B4-BE49-F238E27FC236}">
                <a16:creationId xmlns:a16="http://schemas.microsoft.com/office/drawing/2014/main" id="{7FF6E88C-CDD0-0DCC-4C5D-B6882BBE9FC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6" name="Ellipse 4">
            <a:extLst>
              <a:ext uri="{FF2B5EF4-FFF2-40B4-BE49-F238E27FC236}">
                <a16:creationId xmlns:a16="http://schemas.microsoft.com/office/drawing/2014/main" id="{E6AA4598-DA8B-5C5A-83DE-D42762A6D066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5" name="ZoneTexte 9">
            <a:extLst>
              <a:ext uri="{FF2B5EF4-FFF2-40B4-BE49-F238E27FC236}">
                <a16:creationId xmlns:a16="http://schemas.microsoft.com/office/drawing/2014/main" id="{C1CA8E99-EAFF-AC06-2A15-A9052A4583AF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6" name="Ellipse 12">
            <a:extLst>
              <a:ext uri="{FF2B5EF4-FFF2-40B4-BE49-F238E27FC236}">
                <a16:creationId xmlns:a16="http://schemas.microsoft.com/office/drawing/2014/main" id="{EB91D83F-7128-9F6C-E392-BB849DE099F8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13">
            <a:extLst>
              <a:ext uri="{FF2B5EF4-FFF2-40B4-BE49-F238E27FC236}">
                <a16:creationId xmlns:a16="http://schemas.microsoft.com/office/drawing/2014/main" id="{A8FF0401-573A-CEC7-238B-22DBE373AFD7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8" name="Ellipse 15">
            <a:extLst>
              <a:ext uri="{FF2B5EF4-FFF2-40B4-BE49-F238E27FC236}">
                <a16:creationId xmlns:a16="http://schemas.microsoft.com/office/drawing/2014/main" id="{8F170A57-4F7E-B46A-44FC-E58A8E48EAF2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16">
            <a:extLst>
              <a:ext uri="{FF2B5EF4-FFF2-40B4-BE49-F238E27FC236}">
                <a16:creationId xmlns:a16="http://schemas.microsoft.com/office/drawing/2014/main" id="{BB6AB165-D43C-4BBF-DFB9-D2471DB40056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30" name="Ellipse 18">
            <a:extLst>
              <a:ext uri="{FF2B5EF4-FFF2-40B4-BE49-F238E27FC236}">
                <a16:creationId xmlns:a16="http://schemas.microsoft.com/office/drawing/2014/main" id="{510D3065-DEEF-01BC-1B92-978DD1809C22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19">
            <a:extLst>
              <a:ext uri="{FF2B5EF4-FFF2-40B4-BE49-F238E27FC236}">
                <a16:creationId xmlns:a16="http://schemas.microsoft.com/office/drawing/2014/main" id="{EBA0450C-E224-91CA-8C74-8420ABF5C53C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02DE1EFC-2515-77EA-3C95-452E9E5C116A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A5E2DFBF-6E0D-7ED5-6069-88242D0E6157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4" name="Ellipse 34">
            <a:extLst>
              <a:ext uri="{FF2B5EF4-FFF2-40B4-BE49-F238E27FC236}">
                <a16:creationId xmlns:a16="http://schemas.microsoft.com/office/drawing/2014/main" id="{C8EC5F28-A4FE-1A5C-CFE8-4EDD65319168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5" name="ZoneTexte 35">
            <a:extLst>
              <a:ext uri="{FF2B5EF4-FFF2-40B4-BE49-F238E27FC236}">
                <a16:creationId xmlns:a16="http://schemas.microsoft.com/office/drawing/2014/main" id="{AD90D2A8-D73E-665B-ADDF-E89D3AF95340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996188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1635313" y="-1644686"/>
            <a:ext cx="5886074" cy="9156700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D403255-B727-2E1B-03EB-624EF4BA233C}"/>
              </a:ext>
            </a:extLst>
          </p:cNvPr>
          <p:cNvSpPr txBox="1"/>
          <p:nvPr userDrawn="1"/>
        </p:nvSpPr>
        <p:spPr>
          <a:xfrm>
            <a:off x="3681136" y="959293"/>
            <a:ext cx="4429418" cy="409342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26000" b="1" i="0">
                <a:gradFill flip="none" rotWithShape="1">
                  <a:gsLst>
                    <a:gs pos="10000">
                      <a:srgbClr val="8B1D82"/>
                    </a:gs>
                    <a:gs pos="0">
                      <a:srgbClr val="4D1D82"/>
                    </a:gs>
                    <a:gs pos="6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  <a:tileRect/>
                </a:gradFill>
                <a:latin typeface="Tahoma" panose="020B0604030504040204" pitchFamily="34" charset="0"/>
              </a:rPr>
              <a:t>06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2580855"/>
            <a:ext cx="4514865" cy="1218795"/>
          </a:xfrm>
          <a:effectLst/>
        </p:spPr>
        <p:txBody>
          <a:bodyPr anchor="t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1999593"/>
            <a:ext cx="4514865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Click to edit section number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D4B6320-01F0-3CB6-40A2-08612C02B480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pic>
        <p:nvPicPr>
          <p:cNvPr id="7" name="Image 6" descr="Une image contenant personne, intérieur&#10;&#10;Description générée automatiquement">
            <a:extLst>
              <a:ext uri="{FF2B5EF4-FFF2-40B4-BE49-F238E27FC236}">
                <a16:creationId xmlns:a16="http://schemas.microsoft.com/office/drawing/2014/main" id="{A6A256AF-F673-B00F-02D0-AB1A9C9C68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6700" y="-9148"/>
            <a:ext cx="3035299" cy="5886073"/>
          </a:xfrm>
          <a:prstGeom prst="rect">
            <a:avLst/>
          </a:prstGeom>
        </p:spPr>
      </p:pic>
      <p:pic>
        <p:nvPicPr>
          <p:cNvPr id="8" name="Image 7" descr="Une image contenant personne, intérieur&#10;&#10;Description générée automatiquement">
            <a:extLst>
              <a:ext uri="{FF2B5EF4-FFF2-40B4-BE49-F238E27FC236}">
                <a16:creationId xmlns:a16="http://schemas.microsoft.com/office/drawing/2014/main" id="{E9361D16-9979-33DB-CAA4-7235678CC9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>
          <a:xfrm>
            <a:off x="7093029" y="-9374"/>
            <a:ext cx="5098971" cy="5886299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D9C4956-61A2-8081-C73E-D6FDA3441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4709" y="1894271"/>
            <a:ext cx="225225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que 3">
            <a:extLst>
              <a:ext uri="{FF2B5EF4-FFF2-40B4-BE49-F238E27FC236}">
                <a16:creationId xmlns:a16="http://schemas.microsoft.com/office/drawing/2014/main" id="{2BE13D89-A1DE-36EB-BDF9-EB4F7A55872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20E54E25-7BEF-4736-4E10-551620D4A416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5" name="ZoneTexte 9">
            <a:extLst>
              <a:ext uri="{FF2B5EF4-FFF2-40B4-BE49-F238E27FC236}">
                <a16:creationId xmlns:a16="http://schemas.microsoft.com/office/drawing/2014/main" id="{F12424D5-E69F-1716-944C-D33D04830F08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6" name="Ellipse 12">
            <a:extLst>
              <a:ext uri="{FF2B5EF4-FFF2-40B4-BE49-F238E27FC236}">
                <a16:creationId xmlns:a16="http://schemas.microsoft.com/office/drawing/2014/main" id="{9E8877AF-EE55-095C-D0A3-2149795B7F66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13">
            <a:extLst>
              <a:ext uri="{FF2B5EF4-FFF2-40B4-BE49-F238E27FC236}">
                <a16:creationId xmlns:a16="http://schemas.microsoft.com/office/drawing/2014/main" id="{7A73D831-D6BD-A253-6744-7DCDE06DD9B2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8" name="Ellipse 15">
            <a:extLst>
              <a:ext uri="{FF2B5EF4-FFF2-40B4-BE49-F238E27FC236}">
                <a16:creationId xmlns:a16="http://schemas.microsoft.com/office/drawing/2014/main" id="{ABE00256-EAFB-58DE-B4D5-8975DE9E9F45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16">
            <a:extLst>
              <a:ext uri="{FF2B5EF4-FFF2-40B4-BE49-F238E27FC236}">
                <a16:creationId xmlns:a16="http://schemas.microsoft.com/office/drawing/2014/main" id="{86CC72B1-DF35-1AA1-011C-2C6EB59807F0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30" name="Ellipse 18">
            <a:extLst>
              <a:ext uri="{FF2B5EF4-FFF2-40B4-BE49-F238E27FC236}">
                <a16:creationId xmlns:a16="http://schemas.microsoft.com/office/drawing/2014/main" id="{AE40A569-3C85-D3B4-95A3-39C3B0C17876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19">
            <a:extLst>
              <a:ext uri="{FF2B5EF4-FFF2-40B4-BE49-F238E27FC236}">
                <a16:creationId xmlns:a16="http://schemas.microsoft.com/office/drawing/2014/main" id="{01B9FE77-2CC1-B6B9-62F5-F69460DC02A5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EF6B8AE4-8DB6-0E26-9398-62F3D7D32D8A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E6279B9-2878-BA11-9864-83439B1F5AFA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4" name="Ellipse 34">
            <a:extLst>
              <a:ext uri="{FF2B5EF4-FFF2-40B4-BE49-F238E27FC236}">
                <a16:creationId xmlns:a16="http://schemas.microsoft.com/office/drawing/2014/main" id="{AF26BF4D-7D7D-AF41-BE59-C4464B6A95F4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5" name="ZoneTexte 35">
            <a:extLst>
              <a:ext uri="{FF2B5EF4-FFF2-40B4-BE49-F238E27FC236}">
                <a16:creationId xmlns:a16="http://schemas.microsoft.com/office/drawing/2014/main" id="{A19F98EB-97B5-81E6-FB02-0E985121E083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10561895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6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1635201" y="-1644574"/>
            <a:ext cx="5886298" cy="9156700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D403255-B727-2E1B-03EB-624EF4BA233C}"/>
              </a:ext>
            </a:extLst>
          </p:cNvPr>
          <p:cNvSpPr txBox="1"/>
          <p:nvPr userDrawn="1"/>
        </p:nvSpPr>
        <p:spPr>
          <a:xfrm>
            <a:off x="3681136" y="959293"/>
            <a:ext cx="4429418" cy="409342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26000" b="1" i="0">
                <a:gradFill flip="none" rotWithShape="1">
                  <a:gsLst>
                    <a:gs pos="10000">
                      <a:srgbClr val="8B1D82"/>
                    </a:gs>
                    <a:gs pos="0">
                      <a:srgbClr val="4D1D82"/>
                    </a:gs>
                    <a:gs pos="6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  <a:tileRect/>
                </a:gradFill>
                <a:latin typeface="Tahoma" panose="020B0604030504040204" pitchFamily="34" charset="0"/>
              </a:rPr>
              <a:t>06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2580855"/>
            <a:ext cx="4514865" cy="1218795"/>
          </a:xfrm>
          <a:effectLst/>
        </p:spPr>
        <p:txBody>
          <a:bodyPr anchor="t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1999593"/>
            <a:ext cx="4514865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Click to edit section number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71D2A35-D9D3-956D-E3B2-F7F9CD1ED9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6700" y="14"/>
            <a:ext cx="3035300" cy="5876911"/>
          </a:xfrm>
          <a:prstGeom prst="rect">
            <a:avLst/>
          </a:prstGeom>
        </p:spPr>
      </p:pic>
      <p:pic>
        <p:nvPicPr>
          <p:cNvPr id="17" name="Image 16" descr="Une image contenant personne, sombre&#10;&#10;Description générée automatiquement">
            <a:extLst>
              <a:ext uri="{FF2B5EF4-FFF2-40B4-BE49-F238E27FC236}">
                <a16:creationId xmlns:a16="http://schemas.microsoft.com/office/drawing/2014/main" id="{F7122341-9EBD-0700-48ED-D28F6A84EC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54136" y="-9358"/>
            <a:ext cx="4137864" cy="588628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11797273-051E-9C69-A5C7-D6049A287E6E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E1246FCC-5E74-37C1-2B46-0A6ABF422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4709" y="1894271"/>
            <a:ext cx="225225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que 3">
            <a:extLst>
              <a:ext uri="{FF2B5EF4-FFF2-40B4-BE49-F238E27FC236}">
                <a16:creationId xmlns:a16="http://schemas.microsoft.com/office/drawing/2014/main" id="{32FB9CDC-55C3-FD61-0D8E-5D97374AD38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7" name="Ellipse 4">
            <a:extLst>
              <a:ext uri="{FF2B5EF4-FFF2-40B4-BE49-F238E27FC236}">
                <a16:creationId xmlns:a16="http://schemas.microsoft.com/office/drawing/2014/main" id="{39A8431D-07EB-FA35-EA14-D8ECECD2D43F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5" name="ZoneTexte 9">
            <a:extLst>
              <a:ext uri="{FF2B5EF4-FFF2-40B4-BE49-F238E27FC236}">
                <a16:creationId xmlns:a16="http://schemas.microsoft.com/office/drawing/2014/main" id="{954C603A-1E3C-8DAB-EDB1-A92ACA750C35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6" name="Ellipse 12">
            <a:extLst>
              <a:ext uri="{FF2B5EF4-FFF2-40B4-BE49-F238E27FC236}">
                <a16:creationId xmlns:a16="http://schemas.microsoft.com/office/drawing/2014/main" id="{3F77BD65-B859-15C5-B7ED-7EBB107A739D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13">
            <a:extLst>
              <a:ext uri="{FF2B5EF4-FFF2-40B4-BE49-F238E27FC236}">
                <a16:creationId xmlns:a16="http://schemas.microsoft.com/office/drawing/2014/main" id="{C7FBA77B-7E5D-53F7-DF57-2AC37045AF61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8" name="Ellipse 15">
            <a:extLst>
              <a:ext uri="{FF2B5EF4-FFF2-40B4-BE49-F238E27FC236}">
                <a16:creationId xmlns:a16="http://schemas.microsoft.com/office/drawing/2014/main" id="{CBE7C4CA-235A-566A-CA30-70B950D94190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16">
            <a:extLst>
              <a:ext uri="{FF2B5EF4-FFF2-40B4-BE49-F238E27FC236}">
                <a16:creationId xmlns:a16="http://schemas.microsoft.com/office/drawing/2014/main" id="{B4EDE814-BCED-2364-09F1-C28C319435A3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30" name="Ellipse 18">
            <a:extLst>
              <a:ext uri="{FF2B5EF4-FFF2-40B4-BE49-F238E27FC236}">
                <a16:creationId xmlns:a16="http://schemas.microsoft.com/office/drawing/2014/main" id="{2C9445D2-BC7C-B31F-3440-F431B9DBE2DF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19">
            <a:extLst>
              <a:ext uri="{FF2B5EF4-FFF2-40B4-BE49-F238E27FC236}">
                <a16:creationId xmlns:a16="http://schemas.microsoft.com/office/drawing/2014/main" id="{F271C2DC-3276-776E-94AD-EA6BFA922BFE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487A3D7E-E899-722B-E260-6757C6443D39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12226650-52F4-F775-DB46-1C1E97E29410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4" name="Ellipse 34">
            <a:extLst>
              <a:ext uri="{FF2B5EF4-FFF2-40B4-BE49-F238E27FC236}">
                <a16:creationId xmlns:a16="http://schemas.microsoft.com/office/drawing/2014/main" id="{8A6A176D-628B-D3F9-11F9-4473EA300814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5" name="ZoneTexte 35">
            <a:extLst>
              <a:ext uri="{FF2B5EF4-FFF2-40B4-BE49-F238E27FC236}">
                <a16:creationId xmlns:a16="http://schemas.microsoft.com/office/drawing/2014/main" id="{09F11E8A-A35A-ED20-6E89-B038E0154019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25986026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1635201" y="-1644574"/>
            <a:ext cx="5886298" cy="9156700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D403255-B727-2E1B-03EB-624EF4BA233C}"/>
              </a:ext>
            </a:extLst>
          </p:cNvPr>
          <p:cNvSpPr txBox="1"/>
          <p:nvPr userDrawn="1"/>
        </p:nvSpPr>
        <p:spPr>
          <a:xfrm>
            <a:off x="3681136" y="959293"/>
            <a:ext cx="4429418" cy="409342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26000" b="1" i="0">
                <a:gradFill flip="none" rotWithShape="1">
                  <a:gsLst>
                    <a:gs pos="10000">
                      <a:srgbClr val="8B1D82"/>
                    </a:gs>
                    <a:gs pos="0">
                      <a:srgbClr val="4D1D82"/>
                    </a:gs>
                    <a:gs pos="6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  <a:tileRect/>
                </a:gradFill>
                <a:latin typeface="Tahoma" panose="020B0604030504040204" pitchFamily="34" charset="0"/>
              </a:rPr>
              <a:t>07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2580855"/>
            <a:ext cx="4514865" cy="1218795"/>
          </a:xfrm>
          <a:effectLst/>
        </p:spPr>
        <p:txBody>
          <a:bodyPr anchor="t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1999593"/>
            <a:ext cx="4514865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Click to edit section number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704C74F-6EDE-5C9F-E4D6-79DA11A84D0E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pic>
        <p:nvPicPr>
          <p:cNvPr id="4" name="Image 3" descr="Une image contenant personne, intérieur, homme, table&#10;&#10;Description générée automatiquement">
            <a:extLst>
              <a:ext uri="{FF2B5EF4-FFF2-40B4-BE49-F238E27FC236}">
                <a16:creationId xmlns:a16="http://schemas.microsoft.com/office/drawing/2014/main" id="{61AB0F85-7CB6-711E-C327-50F66B1B89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6700" y="0"/>
            <a:ext cx="3035300" cy="5876925"/>
          </a:xfrm>
          <a:prstGeom prst="rect">
            <a:avLst/>
          </a:prstGeom>
        </p:spPr>
      </p:pic>
      <p:pic>
        <p:nvPicPr>
          <p:cNvPr id="8" name="Image 7" descr="Une image contenant personne, homme, sombre, mâle&#10;&#10;Description générée automatiquement">
            <a:extLst>
              <a:ext uri="{FF2B5EF4-FFF2-40B4-BE49-F238E27FC236}">
                <a16:creationId xmlns:a16="http://schemas.microsoft.com/office/drawing/2014/main" id="{8D09CC04-070E-FA95-9956-259CD78465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2306" y="172720"/>
            <a:ext cx="7719694" cy="5704205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1BFAC0F-D8D6-9260-7C0D-69B9CFF6A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4709" y="1894271"/>
            <a:ext cx="225225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que 5">
            <a:extLst>
              <a:ext uri="{FF2B5EF4-FFF2-40B4-BE49-F238E27FC236}">
                <a16:creationId xmlns:a16="http://schemas.microsoft.com/office/drawing/2014/main" id="{E5ECE328-6449-7605-6BD9-D2B66087880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7" name="Ellipse 4">
            <a:extLst>
              <a:ext uri="{FF2B5EF4-FFF2-40B4-BE49-F238E27FC236}">
                <a16:creationId xmlns:a16="http://schemas.microsoft.com/office/drawing/2014/main" id="{AEF85209-5E00-237C-F6F7-3551C70EE2AE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5" name="ZoneTexte 9">
            <a:extLst>
              <a:ext uri="{FF2B5EF4-FFF2-40B4-BE49-F238E27FC236}">
                <a16:creationId xmlns:a16="http://schemas.microsoft.com/office/drawing/2014/main" id="{24BD7158-245C-1FF7-D5DC-E6916CC47431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6" name="Ellipse 12">
            <a:extLst>
              <a:ext uri="{FF2B5EF4-FFF2-40B4-BE49-F238E27FC236}">
                <a16:creationId xmlns:a16="http://schemas.microsoft.com/office/drawing/2014/main" id="{5049316E-9DF8-08EB-D065-275AD4A33C06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13">
            <a:extLst>
              <a:ext uri="{FF2B5EF4-FFF2-40B4-BE49-F238E27FC236}">
                <a16:creationId xmlns:a16="http://schemas.microsoft.com/office/drawing/2014/main" id="{28B507DB-393D-0CDA-4BA4-822E6761D33F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8" name="Ellipse 15">
            <a:extLst>
              <a:ext uri="{FF2B5EF4-FFF2-40B4-BE49-F238E27FC236}">
                <a16:creationId xmlns:a16="http://schemas.microsoft.com/office/drawing/2014/main" id="{A54C9401-45F8-0591-4CEC-E8F45D4DF0C4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16">
            <a:extLst>
              <a:ext uri="{FF2B5EF4-FFF2-40B4-BE49-F238E27FC236}">
                <a16:creationId xmlns:a16="http://schemas.microsoft.com/office/drawing/2014/main" id="{6C38B88A-6078-9F70-AA62-5AA947DB0A71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30" name="Ellipse 18">
            <a:extLst>
              <a:ext uri="{FF2B5EF4-FFF2-40B4-BE49-F238E27FC236}">
                <a16:creationId xmlns:a16="http://schemas.microsoft.com/office/drawing/2014/main" id="{D349F6BE-4FD5-5ACC-53FF-F832AA59EE68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19">
            <a:extLst>
              <a:ext uri="{FF2B5EF4-FFF2-40B4-BE49-F238E27FC236}">
                <a16:creationId xmlns:a16="http://schemas.microsoft.com/office/drawing/2014/main" id="{F3D3915D-5879-50C2-E98B-C5814FD123C9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2046E858-09CE-63B6-F58E-6A8DAB5D64BE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B5206BF-1A10-C3F8-29AF-05E3709E5795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4" name="Ellipse 34">
            <a:extLst>
              <a:ext uri="{FF2B5EF4-FFF2-40B4-BE49-F238E27FC236}">
                <a16:creationId xmlns:a16="http://schemas.microsoft.com/office/drawing/2014/main" id="{D7C4AD32-23F1-D67D-1C29-BA75A223D20C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5" name="ZoneTexte 35">
            <a:extLst>
              <a:ext uri="{FF2B5EF4-FFF2-40B4-BE49-F238E27FC236}">
                <a16:creationId xmlns:a16="http://schemas.microsoft.com/office/drawing/2014/main" id="{7A9071A1-C830-6EA7-817A-A5F53D34AA55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27462395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1635201" y="-1644574"/>
            <a:ext cx="5886298" cy="9156700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11" name="Espace réservé pour une image  5">
            <a:extLst>
              <a:ext uri="{FF2B5EF4-FFF2-40B4-BE49-F238E27FC236}">
                <a16:creationId xmlns:a16="http://schemas.microsoft.com/office/drawing/2014/main" id="{520D5227-F98C-76EF-60DF-EA2E2CF2659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56700" y="0"/>
            <a:ext cx="3035300" cy="5876925"/>
          </a:xfrm>
          <a:prstGeom prst="rect">
            <a:avLst/>
          </a:prstGeom>
          <a:solidFill>
            <a:schemeClr val="bg1"/>
          </a:solidFill>
        </p:spPr>
        <p:txBody>
          <a:bodyPr lIns="360000" tIns="3240000" rIns="360000"/>
          <a:lstStyle>
            <a:lvl1pPr algn="ctr"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8" name="Espace réservé du texte 33">
            <a:extLst>
              <a:ext uri="{FF2B5EF4-FFF2-40B4-BE49-F238E27FC236}">
                <a16:creationId xmlns:a16="http://schemas.microsoft.com/office/drawing/2014/main" id="{9925AAC7-D2DC-E652-9A3E-32CAFEB100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06628" y="1005460"/>
            <a:ext cx="4244752" cy="4001095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6000" b="1">
                <a:ln>
                  <a:noFill/>
                </a:ln>
                <a:gradFill>
                  <a:gsLst>
                    <a:gs pos="14000">
                      <a:srgbClr val="8B1D82"/>
                    </a:gs>
                    <a:gs pos="0">
                      <a:srgbClr val="4D1D82"/>
                    </a:gs>
                    <a:gs pos="5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</a:gradFill>
                <a:latin typeface="+mj-lt"/>
              </a:defRPr>
            </a:lvl1pPr>
          </a:lstStyle>
          <a:p>
            <a:pPr lvl="0"/>
            <a:r>
              <a:rPr lang="fr-FR"/>
              <a:t>00</a:t>
            </a:r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2580855"/>
            <a:ext cx="4514865" cy="1218795"/>
          </a:xfrm>
          <a:effectLst/>
        </p:spPr>
        <p:txBody>
          <a:bodyPr anchor="t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1999593"/>
            <a:ext cx="4514865" cy="25442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Click to edit section number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0B0C77F6-E4AE-4496-B76D-D2AF8FFF1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4709" y="1894271"/>
            <a:ext cx="225225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0C7E2F5C-31FB-3832-388F-D542F6943490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59F38E8A-CA06-AD1B-CDA8-9B32638F63C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6" name="Ellipse 4">
            <a:extLst>
              <a:ext uri="{FF2B5EF4-FFF2-40B4-BE49-F238E27FC236}">
                <a16:creationId xmlns:a16="http://schemas.microsoft.com/office/drawing/2014/main" id="{103E7540-E261-5C05-C548-F71B5A18D814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4" name="ZoneTexte 9">
            <a:extLst>
              <a:ext uri="{FF2B5EF4-FFF2-40B4-BE49-F238E27FC236}">
                <a16:creationId xmlns:a16="http://schemas.microsoft.com/office/drawing/2014/main" id="{8EA9DF39-E00E-9E62-733B-44550EB76666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5" name="Ellipse 12">
            <a:extLst>
              <a:ext uri="{FF2B5EF4-FFF2-40B4-BE49-F238E27FC236}">
                <a16:creationId xmlns:a16="http://schemas.microsoft.com/office/drawing/2014/main" id="{BD06BD61-79FC-FF9B-565F-F1492E972292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6" name="ZoneTexte 13">
            <a:extLst>
              <a:ext uri="{FF2B5EF4-FFF2-40B4-BE49-F238E27FC236}">
                <a16:creationId xmlns:a16="http://schemas.microsoft.com/office/drawing/2014/main" id="{B190FDA5-8B6F-6FC9-4682-D89F0D76ABC2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7" name="Ellipse 15">
            <a:extLst>
              <a:ext uri="{FF2B5EF4-FFF2-40B4-BE49-F238E27FC236}">
                <a16:creationId xmlns:a16="http://schemas.microsoft.com/office/drawing/2014/main" id="{22B39552-3E0B-149B-2F4A-60C5DEF5CB6E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8" name="ZoneTexte 16">
            <a:extLst>
              <a:ext uri="{FF2B5EF4-FFF2-40B4-BE49-F238E27FC236}">
                <a16:creationId xmlns:a16="http://schemas.microsoft.com/office/drawing/2014/main" id="{EA07F93E-3168-973C-B8D6-2DC81133920C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29" name="Ellipse 18">
            <a:extLst>
              <a:ext uri="{FF2B5EF4-FFF2-40B4-BE49-F238E27FC236}">
                <a16:creationId xmlns:a16="http://schemas.microsoft.com/office/drawing/2014/main" id="{60A0108F-5627-86C8-7071-0422BD651816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0" name="ZoneTexte 19">
            <a:extLst>
              <a:ext uri="{FF2B5EF4-FFF2-40B4-BE49-F238E27FC236}">
                <a16:creationId xmlns:a16="http://schemas.microsoft.com/office/drawing/2014/main" id="{FCC31F3E-CE04-6E54-E91F-26379D1DB274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1" name="Ellipse 31">
            <a:extLst>
              <a:ext uri="{FF2B5EF4-FFF2-40B4-BE49-F238E27FC236}">
                <a16:creationId xmlns:a16="http://schemas.microsoft.com/office/drawing/2014/main" id="{3C41AA0C-845A-16A2-4CEE-5AC96BCC5056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2" name="ZoneTexte 32">
            <a:extLst>
              <a:ext uri="{FF2B5EF4-FFF2-40B4-BE49-F238E27FC236}">
                <a16:creationId xmlns:a16="http://schemas.microsoft.com/office/drawing/2014/main" id="{35AF4631-7EF4-F712-F2A2-9CC757311EB4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3" name="Ellipse 34">
            <a:extLst>
              <a:ext uri="{FF2B5EF4-FFF2-40B4-BE49-F238E27FC236}">
                <a16:creationId xmlns:a16="http://schemas.microsoft.com/office/drawing/2014/main" id="{F78F0CC3-07AE-7E2F-38C2-6756F75CA864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4" name="ZoneTexte 35">
            <a:extLst>
              <a:ext uri="{FF2B5EF4-FFF2-40B4-BE49-F238E27FC236}">
                <a16:creationId xmlns:a16="http://schemas.microsoft.com/office/drawing/2014/main" id="{D6889F39-199E-8B26-6866-36A4896886A4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18121128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pour une image  5">
            <a:extLst>
              <a:ext uri="{FF2B5EF4-FFF2-40B4-BE49-F238E27FC236}">
                <a16:creationId xmlns:a16="http://schemas.microsoft.com/office/drawing/2014/main" id="{DF404BB8-DA5B-9537-94CA-F1B24916AB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5819194"/>
          </a:xfrm>
          <a:prstGeom prst="rect">
            <a:avLst/>
          </a:prstGeom>
          <a:solidFill>
            <a:schemeClr val="bg1"/>
          </a:solidFill>
        </p:spPr>
        <p:txBody>
          <a:bodyPr lIns="360000" tIns="3420000" rIns="360000"/>
          <a:lstStyle>
            <a:lvl1pPr algn="ctr"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55" name="Espace réservé du texte 33">
            <a:extLst>
              <a:ext uri="{FF2B5EF4-FFF2-40B4-BE49-F238E27FC236}">
                <a16:creationId xmlns:a16="http://schemas.microsoft.com/office/drawing/2014/main" id="{CD77AB02-B538-924A-BA36-BBEAE5A132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80743" y="2112248"/>
            <a:ext cx="4679420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4000" b="1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77506A0-4791-AF50-62B9-6FB020E0921F}"/>
              </a:ext>
            </a:extLst>
          </p:cNvPr>
          <p:cNvSpPr/>
          <p:nvPr userDrawn="1"/>
        </p:nvSpPr>
        <p:spPr>
          <a:xfrm rot="5400000">
            <a:off x="3019135" y="2800060"/>
            <a:ext cx="57729" cy="6096001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1B5C6D46-FA2D-E7AC-FED5-306FFA414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780743" y="3429000"/>
            <a:ext cx="4679420" cy="0"/>
          </a:xfrm>
          <a:prstGeom prst="line">
            <a:avLst/>
          </a:prstGeom>
          <a:ln w="12700" cap="rnd">
            <a:solidFill>
              <a:srgbClr val="CF02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D7FBD37D-2CAE-8B36-994D-332F06ED9F8A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530331B4-499C-5857-0F98-7C77658399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80743" y="3718797"/>
            <a:ext cx="4679420" cy="2158127"/>
          </a:xfrm>
        </p:spPr>
        <p:txBody>
          <a:bodyPr/>
          <a:lstStyle/>
          <a:p>
            <a:r>
              <a:rPr lang="en-US"/>
              <a:t>Click to edit master subtitle</a:t>
            </a:r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96FE81A3-DCA0-83A8-1732-9B30E24636C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4" name="Ellipse 4">
            <a:extLst>
              <a:ext uri="{FF2B5EF4-FFF2-40B4-BE49-F238E27FC236}">
                <a16:creationId xmlns:a16="http://schemas.microsoft.com/office/drawing/2014/main" id="{129C9252-9875-65CF-EF61-E863C43B243C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19" name="ZoneTexte 9">
            <a:extLst>
              <a:ext uri="{FF2B5EF4-FFF2-40B4-BE49-F238E27FC236}">
                <a16:creationId xmlns:a16="http://schemas.microsoft.com/office/drawing/2014/main" id="{DCB04F44-195D-2319-3B35-CB6DBC35CAAC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0" name="Ellipse 12">
            <a:extLst>
              <a:ext uri="{FF2B5EF4-FFF2-40B4-BE49-F238E27FC236}">
                <a16:creationId xmlns:a16="http://schemas.microsoft.com/office/drawing/2014/main" id="{C2C113A8-731C-B947-A2C2-E3E4E72EE954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1" name="ZoneTexte 13">
            <a:extLst>
              <a:ext uri="{FF2B5EF4-FFF2-40B4-BE49-F238E27FC236}">
                <a16:creationId xmlns:a16="http://schemas.microsoft.com/office/drawing/2014/main" id="{F64A6547-3879-21AF-D6EF-05A065EA13B3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2" name="Ellipse 15">
            <a:extLst>
              <a:ext uri="{FF2B5EF4-FFF2-40B4-BE49-F238E27FC236}">
                <a16:creationId xmlns:a16="http://schemas.microsoft.com/office/drawing/2014/main" id="{1A4F0B48-4AF6-EF65-33A8-FF62076B92F8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3" name="ZoneTexte 16">
            <a:extLst>
              <a:ext uri="{FF2B5EF4-FFF2-40B4-BE49-F238E27FC236}">
                <a16:creationId xmlns:a16="http://schemas.microsoft.com/office/drawing/2014/main" id="{9AB74D59-479F-6C50-950F-B9D58266D3FD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24" name="Ellipse 18">
            <a:extLst>
              <a:ext uri="{FF2B5EF4-FFF2-40B4-BE49-F238E27FC236}">
                <a16:creationId xmlns:a16="http://schemas.microsoft.com/office/drawing/2014/main" id="{87A56817-6B76-E4F8-5035-26DFE931FC41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5" name="ZoneTexte 19">
            <a:extLst>
              <a:ext uri="{FF2B5EF4-FFF2-40B4-BE49-F238E27FC236}">
                <a16:creationId xmlns:a16="http://schemas.microsoft.com/office/drawing/2014/main" id="{73A9C14B-9C88-9129-27B3-DC34578E72A8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26" name="Ellipse 31">
            <a:extLst>
              <a:ext uri="{FF2B5EF4-FFF2-40B4-BE49-F238E27FC236}">
                <a16:creationId xmlns:a16="http://schemas.microsoft.com/office/drawing/2014/main" id="{7DB4FC73-FFE4-4E61-3761-C72314093A86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32">
            <a:extLst>
              <a:ext uri="{FF2B5EF4-FFF2-40B4-BE49-F238E27FC236}">
                <a16:creationId xmlns:a16="http://schemas.microsoft.com/office/drawing/2014/main" id="{D11B5CC0-78C0-4177-023B-F78A3C57D7A5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28" name="Ellipse 34">
            <a:extLst>
              <a:ext uri="{FF2B5EF4-FFF2-40B4-BE49-F238E27FC236}">
                <a16:creationId xmlns:a16="http://schemas.microsoft.com/office/drawing/2014/main" id="{3F866D52-F241-861A-ACEA-2BB5FAA914E8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35">
            <a:extLst>
              <a:ext uri="{FF2B5EF4-FFF2-40B4-BE49-F238E27FC236}">
                <a16:creationId xmlns:a16="http://schemas.microsoft.com/office/drawing/2014/main" id="{76397996-D2D0-7579-1D17-6290FF1DA0E4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32336320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 with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F150251-46E0-D842-7179-51F48FB1EC31}"/>
              </a:ext>
            </a:extLst>
          </p:cNvPr>
          <p:cNvSpPr/>
          <p:nvPr userDrawn="1"/>
        </p:nvSpPr>
        <p:spPr>
          <a:xfrm rot="16200000">
            <a:off x="104965" y="-114110"/>
            <a:ext cx="5886072" cy="6095998"/>
          </a:xfrm>
          <a:prstGeom prst="rect">
            <a:avLst/>
          </a:prstGeom>
          <a:gradFill>
            <a:gsLst>
              <a:gs pos="46990">
                <a:srgbClr val="CF022B"/>
              </a:gs>
              <a:gs pos="10000">
                <a:srgbClr val="8B1D82"/>
              </a:gs>
              <a:gs pos="0">
                <a:srgbClr val="4D1D82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55" name="Espace réservé du texte 33">
            <a:extLst>
              <a:ext uri="{FF2B5EF4-FFF2-40B4-BE49-F238E27FC236}">
                <a16:creationId xmlns:a16="http://schemas.microsoft.com/office/drawing/2014/main" id="{CD77AB02-B538-924A-BA36-BBEAE5A132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80743" y="2112248"/>
            <a:ext cx="4679420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4000" b="1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1B5C6D46-FA2D-E7AC-FED5-306FFA414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780743" y="3429000"/>
            <a:ext cx="4679420" cy="0"/>
          </a:xfrm>
          <a:prstGeom prst="line">
            <a:avLst/>
          </a:prstGeom>
          <a:ln w="12700" cap="rnd">
            <a:solidFill>
              <a:srgbClr val="CF02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33">
            <a:extLst>
              <a:ext uri="{FF2B5EF4-FFF2-40B4-BE49-F238E27FC236}">
                <a16:creationId xmlns:a16="http://schemas.microsoft.com/office/drawing/2014/main" id="{9A8E28C0-E32D-F03A-FBA1-C0B7565B0F6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4377" y="2029463"/>
            <a:ext cx="5225790" cy="4924425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2000" b="1">
                <a:ln>
                  <a:solidFill>
                    <a:schemeClr val="bg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00</a:t>
            </a:r>
            <a:endParaRPr lang="en-US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D4865FB-32CF-2F88-7347-9D6A665188AF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1144DB93-D050-82FF-1F11-8772B669E1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80743" y="3718797"/>
            <a:ext cx="4679420" cy="2158127"/>
          </a:xfrm>
        </p:spPr>
        <p:txBody>
          <a:bodyPr anchor="t"/>
          <a:lstStyle/>
          <a:p>
            <a:r>
              <a:rPr lang="en-US"/>
              <a:t>Click to edit master subtitle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B06A4B61-FBEA-F0FD-7D8B-14307FCF764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4" name="Ellipse 4">
            <a:extLst>
              <a:ext uri="{FF2B5EF4-FFF2-40B4-BE49-F238E27FC236}">
                <a16:creationId xmlns:a16="http://schemas.microsoft.com/office/drawing/2014/main" id="{C247654A-43B7-1EB0-35EF-8B1101E4C0B4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5" name="ZoneTexte 9">
            <a:extLst>
              <a:ext uri="{FF2B5EF4-FFF2-40B4-BE49-F238E27FC236}">
                <a16:creationId xmlns:a16="http://schemas.microsoft.com/office/drawing/2014/main" id="{48A4A05D-336D-F642-E33A-222ABFBA80B1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2" name="Ellipse 12">
            <a:extLst>
              <a:ext uri="{FF2B5EF4-FFF2-40B4-BE49-F238E27FC236}">
                <a16:creationId xmlns:a16="http://schemas.microsoft.com/office/drawing/2014/main" id="{DD67A823-4AA5-1C17-4B4A-B02D44568C83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3" name="ZoneTexte 13">
            <a:extLst>
              <a:ext uri="{FF2B5EF4-FFF2-40B4-BE49-F238E27FC236}">
                <a16:creationId xmlns:a16="http://schemas.microsoft.com/office/drawing/2014/main" id="{106FC72B-1678-4462-69A2-EEF7423317A1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4" name="Ellipse 15">
            <a:extLst>
              <a:ext uri="{FF2B5EF4-FFF2-40B4-BE49-F238E27FC236}">
                <a16:creationId xmlns:a16="http://schemas.microsoft.com/office/drawing/2014/main" id="{916DB24B-0EA2-022A-30DF-599CC80C995A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5" name="ZoneTexte 16">
            <a:extLst>
              <a:ext uri="{FF2B5EF4-FFF2-40B4-BE49-F238E27FC236}">
                <a16:creationId xmlns:a16="http://schemas.microsoft.com/office/drawing/2014/main" id="{FA976AC3-28EE-31F2-C974-254463BF0307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26" name="Ellipse 18">
            <a:extLst>
              <a:ext uri="{FF2B5EF4-FFF2-40B4-BE49-F238E27FC236}">
                <a16:creationId xmlns:a16="http://schemas.microsoft.com/office/drawing/2014/main" id="{D09A8F8A-A55E-EAF1-F594-EAF69746153A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19">
            <a:extLst>
              <a:ext uri="{FF2B5EF4-FFF2-40B4-BE49-F238E27FC236}">
                <a16:creationId xmlns:a16="http://schemas.microsoft.com/office/drawing/2014/main" id="{DDA1F9EC-B96C-7B7A-AA44-8C4D32F581B6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28" name="Ellipse 31">
            <a:extLst>
              <a:ext uri="{FF2B5EF4-FFF2-40B4-BE49-F238E27FC236}">
                <a16:creationId xmlns:a16="http://schemas.microsoft.com/office/drawing/2014/main" id="{CBAC0850-E960-75A0-9838-10E98AB293AD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32">
            <a:extLst>
              <a:ext uri="{FF2B5EF4-FFF2-40B4-BE49-F238E27FC236}">
                <a16:creationId xmlns:a16="http://schemas.microsoft.com/office/drawing/2014/main" id="{7BEBF4B3-54B5-CE0D-3D3B-113156277C84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0" name="Ellipse 34">
            <a:extLst>
              <a:ext uri="{FF2B5EF4-FFF2-40B4-BE49-F238E27FC236}">
                <a16:creationId xmlns:a16="http://schemas.microsoft.com/office/drawing/2014/main" id="{720AF163-964E-544A-9334-6C7C751D9914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35">
            <a:extLst>
              <a:ext uri="{FF2B5EF4-FFF2-40B4-BE49-F238E27FC236}">
                <a16:creationId xmlns:a16="http://schemas.microsoft.com/office/drawing/2014/main" id="{3F58F068-325E-E5A3-1CC8-AEF7C00033FC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4634284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BDAB702-4309-B876-BC2B-CBA81FCB147B}"/>
              </a:ext>
            </a:extLst>
          </p:cNvPr>
          <p:cNvSpPr/>
          <p:nvPr userDrawn="1"/>
        </p:nvSpPr>
        <p:spPr>
          <a:xfrm>
            <a:off x="0" y="6827024"/>
            <a:ext cx="12204000" cy="43200"/>
          </a:xfrm>
          <a:prstGeom prst="rect">
            <a:avLst/>
          </a:prstGeom>
          <a:gradFill>
            <a:gsLst>
              <a:gs pos="12000">
                <a:srgbClr val="8B1D82"/>
              </a:gs>
              <a:gs pos="0">
                <a:srgbClr val="4D1D82"/>
              </a:gs>
              <a:gs pos="29000">
                <a:srgbClr val="CF022B"/>
              </a:gs>
              <a:gs pos="100000">
                <a:srgbClr val="F07D00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68158F0D-14CE-146C-BF1F-84FFE6EC8F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1058545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413FEC71-5C4D-AFFA-02EB-D7EA3AC088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10585450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F9E9E86E-8C7D-62BE-90A7-2A34577EF7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4239" y="1780000"/>
            <a:ext cx="10528400" cy="3678668"/>
          </a:xfrm>
        </p:spPr>
        <p:txBody>
          <a:bodyPr anchor="t"/>
          <a:lstStyle>
            <a:lvl1pPr marL="285750" indent="-285750">
              <a:spcBef>
                <a:spcPts val="6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800"/>
            </a:lvl1pPr>
            <a:lvl3pPr>
              <a:defRPr sz="1600"/>
            </a:lvl3pPr>
            <a:lvl4pPr>
              <a:defRPr sz="1400"/>
            </a:lvl4pPr>
            <a:lvl5pPr marL="720000" indent="-1800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noProof="0"/>
              <a:t>First level</a:t>
            </a:r>
          </a:p>
          <a:p>
            <a:pPr lvl="2"/>
            <a:r>
              <a:rPr lang="en-GB" noProof="0"/>
              <a:t>Second level</a:t>
            </a:r>
          </a:p>
          <a:p>
            <a:pPr lvl="3"/>
            <a:r>
              <a:rPr lang="en-GB" noProof="0"/>
              <a:t>Third level</a:t>
            </a:r>
          </a:p>
          <a:p>
            <a:pPr lvl="4"/>
            <a:r>
              <a:rPr lang="en-GB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53463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grey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909CA07-224A-8BEC-2CF8-CFAC569DC690}"/>
              </a:ext>
            </a:extLst>
          </p:cNvPr>
          <p:cNvSpPr/>
          <p:nvPr userDrawn="1"/>
        </p:nvSpPr>
        <p:spPr>
          <a:xfrm rot="16200000">
            <a:off x="6818749" y="1484743"/>
            <a:ext cx="6858002" cy="38885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E705539D-A0B6-57CB-FA7A-F14C57BA0F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4238" y="1780000"/>
            <a:ext cx="10590980" cy="3678668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DAB702-4309-B876-BC2B-CBA81FCB147B}"/>
              </a:ext>
            </a:extLst>
          </p:cNvPr>
          <p:cNvSpPr/>
          <p:nvPr userDrawn="1"/>
        </p:nvSpPr>
        <p:spPr>
          <a:xfrm>
            <a:off x="0" y="6827024"/>
            <a:ext cx="12204000" cy="43200"/>
          </a:xfrm>
          <a:prstGeom prst="rect">
            <a:avLst/>
          </a:prstGeom>
          <a:gradFill>
            <a:gsLst>
              <a:gs pos="12000">
                <a:srgbClr val="8B1D82"/>
              </a:gs>
              <a:gs pos="0">
                <a:srgbClr val="4D1D82"/>
              </a:gs>
              <a:gs pos="29000">
                <a:srgbClr val="CF022B"/>
              </a:gs>
              <a:gs pos="100000">
                <a:srgbClr val="F07D00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4ACE3D32-329A-990F-2F11-22E889CEDE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2"/>
            <a:ext cx="10585448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6A56A43E-B213-551B-7DB7-73804D06C5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79"/>
            <a:ext cx="10585448" cy="2769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98FE5E18-AF66-257C-41BF-7EA78EC8BE5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584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icture with gradient in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43811D0B-8F1D-14F2-5623-DE48615914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99480" y="4403702"/>
            <a:ext cx="3474012" cy="1476159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84ADA36A-7724-C1BD-91E0-73F260252D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3260" y="4400765"/>
            <a:ext cx="3474012" cy="1476159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A7BA8638-AD1F-BB5E-867C-903127D3B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260" y="3288263"/>
            <a:ext cx="7290232" cy="470898"/>
          </a:xfrm>
        </p:spPr>
        <p:txBody>
          <a:bodyPr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11" name="Espace réservé du texte 13">
            <a:extLst>
              <a:ext uri="{FF2B5EF4-FFF2-40B4-BE49-F238E27FC236}">
                <a16:creationId xmlns:a16="http://schemas.microsoft.com/office/drawing/2014/main" id="{0AA25F6D-9543-3953-5622-5116CFDE8E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3260" y="3837537"/>
            <a:ext cx="7290232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  <p:sp>
        <p:nvSpPr>
          <p:cNvPr id="25" name="Espace réservé pour une image  5">
            <a:extLst>
              <a:ext uri="{FF2B5EF4-FFF2-40B4-BE49-F238E27FC236}">
                <a16:creationId xmlns:a16="http://schemas.microsoft.com/office/drawing/2014/main" id="{9409CA85-8F7B-4ADF-F14C-25BE0E98A7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2936497"/>
          </a:xfrm>
          <a:prstGeom prst="rect">
            <a:avLst/>
          </a:prstGeom>
          <a:solidFill>
            <a:schemeClr val="bg1"/>
          </a:solidFill>
        </p:spPr>
        <p:txBody>
          <a:bodyPr lIns="0" tIns="1800000" rIns="0"/>
          <a:lstStyle>
            <a:lvl1pPr algn="ctr"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BD38CB-C9A8-0118-0B1B-D57448FEBD64}"/>
              </a:ext>
            </a:extLst>
          </p:cNvPr>
          <p:cNvSpPr/>
          <p:nvPr userDrawn="1"/>
        </p:nvSpPr>
        <p:spPr>
          <a:xfrm rot="5400000" flipV="1">
            <a:off x="8920355" y="2601347"/>
            <a:ext cx="2936499" cy="3606801"/>
          </a:xfrm>
          <a:prstGeom prst="rect">
            <a:avLst/>
          </a:prstGeom>
          <a:gradFill>
            <a:gsLst>
              <a:gs pos="56034">
                <a:srgbClr val="CF022B"/>
              </a:gs>
              <a:gs pos="11000">
                <a:srgbClr val="8B1D82"/>
              </a:gs>
              <a:gs pos="0">
                <a:srgbClr val="4D1D82"/>
              </a:gs>
              <a:gs pos="100000">
                <a:srgbClr val="F07D00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39" name="Espace réservé du texte 4">
            <a:extLst>
              <a:ext uri="{FF2B5EF4-FFF2-40B4-BE49-F238E27FC236}">
                <a16:creationId xmlns:a16="http://schemas.microsoft.com/office/drawing/2014/main" id="{F8F3F30A-0080-AF93-4538-A01665B7BE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68967" y="4282117"/>
            <a:ext cx="2441142" cy="245260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buNone/>
              <a:defRPr sz="16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60000"/>
              <a:buFont typeface="Tahoma" panose="020B0604030504040204" pitchFamily="34" charset="0"/>
              <a:buChar char="​"/>
              <a:tabLst/>
              <a:defRPr/>
            </a:pPr>
            <a:r>
              <a:rPr lang="en-US"/>
              <a:t>Click to edit </a:t>
            </a:r>
          </a:p>
        </p:txBody>
      </p:sp>
    </p:spTree>
    <p:extLst>
      <p:ext uri="{BB962C8B-B14F-4D97-AF65-F5344CB8AC3E}">
        <p14:creationId xmlns:p14="http://schemas.microsoft.com/office/powerpoint/2010/main" val="31492434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12">
            <a:extLst>
              <a:ext uri="{FF2B5EF4-FFF2-40B4-BE49-F238E27FC236}">
                <a16:creationId xmlns:a16="http://schemas.microsoft.com/office/drawing/2014/main" id="{0B4FFC3D-7E65-2DA7-A594-9C209F1877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99" y="2969307"/>
            <a:ext cx="5364164" cy="2588662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3BB100-B037-895A-F867-112E98772589}"/>
              </a:ext>
            </a:extLst>
          </p:cNvPr>
          <p:cNvSpPr/>
          <p:nvPr userDrawn="1"/>
        </p:nvSpPr>
        <p:spPr>
          <a:xfrm>
            <a:off x="0" y="2022763"/>
            <a:ext cx="5366327" cy="3854162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A7BA8638-AD1F-BB5E-867C-903127D3B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3260" y="3057238"/>
            <a:ext cx="3632631" cy="941796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11" name="Espace réservé du texte 13">
            <a:extLst>
              <a:ext uri="{FF2B5EF4-FFF2-40B4-BE49-F238E27FC236}">
                <a16:creationId xmlns:a16="http://schemas.microsoft.com/office/drawing/2014/main" id="{0AA25F6D-9543-3953-5622-5116CFDE8E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3260" y="4077410"/>
            <a:ext cx="3632631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5" name="Espace réservé pour une image  5">
            <a:extLst>
              <a:ext uri="{FF2B5EF4-FFF2-40B4-BE49-F238E27FC236}">
                <a16:creationId xmlns:a16="http://schemas.microsoft.com/office/drawing/2014/main" id="{9409CA85-8F7B-4ADF-F14C-25BE0E98A7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1592264"/>
          </a:xfrm>
          <a:prstGeom prst="rect">
            <a:avLst/>
          </a:prstGeom>
          <a:solidFill>
            <a:schemeClr val="bg1"/>
          </a:solidFill>
        </p:spPr>
        <p:txBody>
          <a:bodyPr lIns="0" tIns="1116000" rIns="0"/>
          <a:lstStyle>
            <a:lvl1pPr algn="ctr"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21D96AD4-94BA-BD8C-A83F-415B6530ED6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1" y="2199831"/>
            <a:ext cx="5364163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accent1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04927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B3BC70E3-1BEA-0D17-1C27-57A3900CD6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99" y="1969654"/>
            <a:ext cx="5364164" cy="3678669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09CA07-224A-8BEC-2CF8-CFAC569DC690}"/>
              </a:ext>
            </a:extLst>
          </p:cNvPr>
          <p:cNvSpPr/>
          <p:nvPr userDrawn="1"/>
        </p:nvSpPr>
        <p:spPr>
          <a:xfrm rot="16200000">
            <a:off x="-1844961" y="1844963"/>
            <a:ext cx="6858001" cy="316807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8000">
                <a:schemeClr val="bg1"/>
              </a:gs>
              <a:gs pos="100000">
                <a:schemeClr val="bg1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4E2804-E65F-AEDA-9164-FB25714CFB3A}"/>
              </a:ext>
            </a:extLst>
          </p:cNvPr>
          <p:cNvSpPr/>
          <p:nvPr userDrawn="1"/>
        </p:nvSpPr>
        <p:spPr>
          <a:xfrm>
            <a:off x="0" y="6827024"/>
            <a:ext cx="12204000" cy="43200"/>
          </a:xfrm>
          <a:prstGeom prst="rect">
            <a:avLst/>
          </a:prstGeom>
          <a:gradFill>
            <a:gsLst>
              <a:gs pos="12000">
                <a:srgbClr val="8B1D82"/>
              </a:gs>
              <a:gs pos="0">
                <a:srgbClr val="4D1D82"/>
              </a:gs>
              <a:gs pos="29000">
                <a:srgbClr val="CF022B"/>
              </a:gs>
              <a:gs pos="100000">
                <a:srgbClr val="F07D00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23" name="Espace réservé pour une image  5">
            <a:extLst>
              <a:ext uri="{FF2B5EF4-FFF2-40B4-BE49-F238E27FC236}">
                <a16:creationId xmlns:a16="http://schemas.microsoft.com/office/drawing/2014/main" id="{8C80D6F8-E452-8A12-D055-0A6B516B65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4712" y="1969655"/>
            <a:ext cx="4574743" cy="3678670"/>
          </a:xfrm>
          <a:prstGeom prst="rect">
            <a:avLst/>
          </a:prstGeom>
          <a:solidFill>
            <a:schemeClr val="bg1"/>
          </a:solidFill>
        </p:spPr>
        <p:txBody>
          <a:bodyPr lIns="0" tIns="2124000" rIns="0" anchor="t"/>
          <a:lstStyle>
            <a:lvl1pPr algn="ctr"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B2686B8-0541-413B-C0C5-DBAE2860FBFF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0DF2D73-6B8F-1A0C-CD9C-7642B2C367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1058545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B0DB37D3-89CE-2B37-83A9-63F5793B07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10585450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7256569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909CA07-224A-8BEC-2CF8-CFAC569DC690}"/>
              </a:ext>
            </a:extLst>
          </p:cNvPr>
          <p:cNvSpPr/>
          <p:nvPr userDrawn="1"/>
        </p:nvSpPr>
        <p:spPr>
          <a:xfrm rot="16200000">
            <a:off x="3909109" y="-2405971"/>
            <a:ext cx="4373790" cy="12191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27697808-DFF4-61BE-6473-9B3D88329F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3259" y="2010906"/>
            <a:ext cx="6959863" cy="2836575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22" name="Espace réservé pour une image  5">
            <a:extLst>
              <a:ext uri="{FF2B5EF4-FFF2-40B4-BE49-F238E27FC236}">
                <a16:creationId xmlns:a16="http://schemas.microsoft.com/office/drawing/2014/main" id="{7C39C040-1DB3-A668-CBCA-1CF7424EF5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51273" y="526306"/>
            <a:ext cx="3008889" cy="4321175"/>
          </a:xfrm>
          <a:prstGeom prst="rect">
            <a:avLst/>
          </a:prstGeom>
          <a:solidFill>
            <a:schemeClr val="bg1"/>
          </a:solidFill>
        </p:spPr>
        <p:txBody>
          <a:bodyPr lIns="0" tIns="2124000" rIns="0"/>
          <a:lstStyle>
            <a:lvl1pPr algn="ctr"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0CC6D12F-B637-58D3-9407-211B00194D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7235825" cy="470898"/>
          </a:xfrm>
        </p:spPr>
        <p:txBody>
          <a:bodyPr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4" name="Espace réservé du texte 13">
            <a:extLst>
              <a:ext uri="{FF2B5EF4-FFF2-40B4-BE49-F238E27FC236}">
                <a16:creationId xmlns:a16="http://schemas.microsoft.com/office/drawing/2014/main" id="{D73AD1C5-51AE-EEB0-A6C7-4146AD28277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7235825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3287916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909CA07-224A-8BEC-2CF8-CFAC569DC690}"/>
              </a:ext>
            </a:extLst>
          </p:cNvPr>
          <p:cNvSpPr/>
          <p:nvPr userDrawn="1"/>
        </p:nvSpPr>
        <p:spPr>
          <a:xfrm rot="16200000">
            <a:off x="3752316" y="-2059522"/>
            <a:ext cx="3955533" cy="1146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B7C7C9B7-7B54-1B60-12B9-BB819AEC23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4714" y="2200565"/>
            <a:ext cx="3171581" cy="2836574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E1A7113D-036C-A441-B379-81EF43DDDFE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62990" y="2194533"/>
            <a:ext cx="3171581" cy="2836574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22" name="Espace réservé pour une image  5">
            <a:extLst>
              <a:ext uri="{FF2B5EF4-FFF2-40B4-BE49-F238E27FC236}">
                <a16:creationId xmlns:a16="http://schemas.microsoft.com/office/drawing/2014/main" id="{7C39C040-1DB3-A668-CBCA-1CF7424EF5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51275" y="-1"/>
            <a:ext cx="3740725" cy="5031108"/>
          </a:xfrm>
          <a:prstGeom prst="rect">
            <a:avLst/>
          </a:prstGeom>
          <a:solidFill>
            <a:schemeClr val="bg1"/>
          </a:solidFill>
        </p:spPr>
        <p:txBody>
          <a:bodyPr lIns="0" tIns="2124000" rIns="0"/>
          <a:lstStyle>
            <a:lvl1pPr algn="ctr"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5E73F897-F6FB-53BB-5F84-9AF582A9C9C5}"/>
              </a:ext>
            </a:extLst>
          </p:cNvPr>
          <p:cNvCxnSpPr>
            <a:cxnSpLocks/>
          </p:cNvCxnSpPr>
          <p:nvPr userDrawn="1"/>
        </p:nvCxnSpPr>
        <p:spPr>
          <a:xfrm>
            <a:off x="4354643" y="2367055"/>
            <a:ext cx="0" cy="2503592"/>
          </a:xfrm>
          <a:prstGeom prst="line">
            <a:avLst/>
          </a:prstGeom>
          <a:ln w="12700" cap="sq">
            <a:gradFill flip="none" rotWithShape="1">
              <a:gsLst>
                <a:gs pos="0">
                  <a:srgbClr val="4D1D82"/>
                </a:gs>
                <a:gs pos="10000">
                  <a:srgbClr val="8B1D82"/>
                </a:gs>
                <a:gs pos="60000">
                  <a:srgbClr val="CF022B"/>
                </a:gs>
                <a:gs pos="100000">
                  <a:srgbClr val="EF7D00"/>
                </a:gs>
              </a:gsLst>
              <a:lin ang="16200000" scaled="1"/>
              <a:tileRect/>
            </a:gra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9330EF9E-E7F8-408F-D8F7-AF74EE0376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7235825" cy="470898"/>
          </a:xfrm>
        </p:spPr>
        <p:txBody>
          <a:bodyPr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7FCFBB75-6135-5AB9-E407-660E483FC56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7235825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4227054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C6E45B08-4199-4DBA-9A1B-B3EBEA799A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2854" y="1592263"/>
            <a:ext cx="3171587" cy="3780270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22" name="Espace réservé pour une image  5">
            <a:extLst>
              <a:ext uri="{FF2B5EF4-FFF2-40B4-BE49-F238E27FC236}">
                <a16:creationId xmlns:a16="http://schemas.microsoft.com/office/drawing/2014/main" id="{7C39C040-1DB3-A668-CBCA-1CF7424EF5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92264"/>
            <a:ext cx="3740725" cy="5234963"/>
          </a:xfrm>
          <a:prstGeom prst="rect">
            <a:avLst/>
          </a:prstGeom>
          <a:solidFill>
            <a:schemeClr val="bg1"/>
          </a:solidFill>
        </p:spPr>
        <p:txBody>
          <a:bodyPr lIns="0" tIns="2124000" rIns="0"/>
          <a:lstStyle>
            <a:lvl1pPr algn="ctr"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BA382648-ED8E-FC71-E051-8223EFEDE74D}"/>
              </a:ext>
            </a:extLst>
          </p:cNvPr>
          <p:cNvCxnSpPr>
            <a:cxnSpLocks/>
          </p:cNvCxnSpPr>
          <p:nvPr userDrawn="1"/>
        </p:nvCxnSpPr>
        <p:spPr>
          <a:xfrm>
            <a:off x="7740072" y="1592263"/>
            <a:ext cx="0" cy="3780270"/>
          </a:xfrm>
          <a:prstGeom prst="line">
            <a:avLst/>
          </a:prstGeom>
          <a:ln w="12700" cap="sq">
            <a:gradFill flip="none" rotWithShape="1">
              <a:gsLst>
                <a:gs pos="0">
                  <a:srgbClr val="4D1D82"/>
                </a:gs>
                <a:gs pos="10000">
                  <a:srgbClr val="8B1D82"/>
                </a:gs>
                <a:gs pos="60000">
                  <a:srgbClr val="CF022B"/>
                </a:gs>
                <a:gs pos="100000">
                  <a:srgbClr val="EF7D00"/>
                </a:gs>
              </a:gsLst>
              <a:lin ang="16200000" scaled="1"/>
              <a:tileRect/>
            </a:gra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6F25BD9-F8A9-CF4A-88D3-FA420CCCEDB6}"/>
              </a:ext>
            </a:extLst>
          </p:cNvPr>
          <p:cNvSpPr/>
          <p:nvPr userDrawn="1"/>
        </p:nvSpPr>
        <p:spPr>
          <a:xfrm>
            <a:off x="0" y="6827024"/>
            <a:ext cx="12204000" cy="43200"/>
          </a:xfrm>
          <a:prstGeom prst="rect">
            <a:avLst/>
          </a:prstGeom>
          <a:gradFill>
            <a:gsLst>
              <a:gs pos="12000">
                <a:srgbClr val="8B1D82"/>
              </a:gs>
              <a:gs pos="0">
                <a:srgbClr val="4D1D82"/>
              </a:gs>
              <a:gs pos="29000">
                <a:srgbClr val="CF022B"/>
              </a:gs>
              <a:gs pos="100000">
                <a:srgbClr val="F07D00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238DF055-22FB-1A6B-EE17-E6201D005ED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63535" y="4301733"/>
            <a:ext cx="2753751" cy="516103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6" name="Espace réservé du texte 33">
            <a:extLst>
              <a:ext uri="{FF2B5EF4-FFF2-40B4-BE49-F238E27FC236}">
                <a16:creationId xmlns:a16="http://schemas.microsoft.com/office/drawing/2014/main" id="{B4D0EC60-9951-B182-74C8-001668A102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63535" y="1592263"/>
            <a:ext cx="2753751" cy="11079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8000" b="1">
                <a:ln>
                  <a:gradFill flip="none" rotWithShape="1">
                    <a:gsLst>
                      <a:gs pos="0">
                        <a:srgbClr val="4D1D82"/>
                      </a:gs>
                      <a:gs pos="10000">
                        <a:schemeClr val="accent5"/>
                      </a:gs>
                      <a:gs pos="100000">
                        <a:schemeClr val="accent2"/>
                      </a:gs>
                      <a:gs pos="60000">
                        <a:schemeClr val="accent1"/>
                      </a:gs>
                    </a:gsLst>
                    <a:lin ang="0" scaled="1"/>
                    <a:tileRect/>
                  </a:gra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70%</a:t>
            </a:r>
            <a:endParaRPr lang="en-US"/>
          </a:p>
        </p:txBody>
      </p:sp>
      <p:sp>
        <p:nvSpPr>
          <p:cNvPr id="7" name="Espace réservé du texte 33">
            <a:extLst>
              <a:ext uri="{FF2B5EF4-FFF2-40B4-BE49-F238E27FC236}">
                <a16:creationId xmlns:a16="http://schemas.microsoft.com/office/drawing/2014/main" id="{550EF343-4F52-6A87-5EC0-ABA8C9A014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63535" y="2941270"/>
            <a:ext cx="2753751" cy="8863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3200" b="1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6D57622-3E05-653F-D4F3-9169D2160D72}"/>
              </a:ext>
            </a:extLst>
          </p:cNvPr>
          <p:cNvSpPr txBox="1"/>
          <p:nvPr userDrawn="1"/>
        </p:nvSpPr>
        <p:spPr>
          <a:xfrm>
            <a:off x="4162856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BDDE7E3A-8E03-41DE-15F3-81C8611527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10585449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9" name="Espace réservé du texte 13">
            <a:extLst>
              <a:ext uri="{FF2B5EF4-FFF2-40B4-BE49-F238E27FC236}">
                <a16:creationId xmlns:a16="http://schemas.microsoft.com/office/drawing/2014/main" id="{B4B125EE-0323-15B5-6B15-5EBA66C374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10585449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7138223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gradient in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0BDE64ED-F4C8-5634-F78B-5028C8DFD3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3259" y="1798589"/>
            <a:ext cx="7539614" cy="3678669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318B11-C171-1EEF-E0E8-40B309533845}"/>
              </a:ext>
            </a:extLst>
          </p:cNvPr>
          <p:cNvSpPr/>
          <p:nvPr userDrawn="1"/>
        </p:nvSpPr>
        <p:spPr>
          <a:xfrm rot="5400000" flipV="1">
            <a:off x="7245220" y="1911351"/>
            <a:ext cx="6858002" cy="3035300"/>
          </a:xfrm>
          <a:prstGeom prst="rect">
            <a:avLst/>
          </a:prstGeom>
          <a:gradFill>
            <a:gsLst>
              <a:gs pos="50000">
                <a:srgbClr val="CF022B"/>
              </a:gs>
              <a:gs pos="10000">
                <a:srgbClr val="8B1D82"/>
              </a:gs>
              <a:gs pos="0">
                <a:srgbClr val="4D1D82"/>
              </a:gs>
              <a:gs pos="100000">
                <a:srgbClr val="F07D00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5254CBC8-339A-4B25-D6EB-2534EFA497E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85744" y="2688774"/>
            <a:ext cx="1831541" cy="246221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60000"/>
              <a:buFont typeface="Tahoma" panose="020B0604030504040204" pitchFamily="34" charset="0"/>
              <a:buChar char="​"/>
              <a:tabLst/>
              <a:defRPr/>
            </a:pPr>
            <a:r>
              <a:rPr lang="en-US"/>
              <a:t>Click to edit</a:t>
            </a:r>
            <a:endParaRPr lang="fr-FR"/>
          </a:p>
        </p:txBody>
      </p:sp>
      <p:sp>
        <p:nvSpPr>
          <p:cNvPr id="23" name="Espace réservé du texte 4">
            <a:extLst>
              <a:ext uri="{FF2B5EF4-FFF2-40B4-BE49-F238E27FC236}">
                <a16:creationId xmlns:a16="http://schemas.microsoft.com/office/drawing/2014/main" id="{6114EBD0-40B7-33C8-19E1-20B7E60B995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85744" y="3465169"/>
            <a:ext cx="1831541" cy="245195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60000"/>
              <a:buFont typeface="Tahoma" panose="020B0604030504040204" pitchFamily="34" charset="0"/>
              <a:buChar char="​"/>
              <a:tabLst/>
              <a:defRPr/>
            </a:pPr>
            <a:r>
              <a:rPr lang="en-US"/>
              <a:t>Click to edit</a:t>
            </a:r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96A75579-466D-9709-CEA5-673C76F7E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7235825" cy="470898"/>
          </a:xfrm>
        </p:spPr>
        <p:txBody>
          <a:bodyPr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294188C9-CB19-C25B-7CE7-09EA5A4B322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7235825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772CD3A1-F730-2280-26C3-575370A01DA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9E0E93A-944F-E13E-D5F9-1114D60B8392}"/>
              </a:ext>
            </a:extLst>
          </p:cNvPr>
          <p:cNvSpPr/>
          <p:nvPr userDrawn="1"/>
        </p:nvSpPr>
        <p:spPr>
          <a:xfrm>
            <a:off x="0" y="6827024"/>
            <a:ext cx="12204000" cy="43200"/>
          </a:xfrm>
          <a:prstGeom prst="rect">
            <a:avLst/>
          </a:prstGeom>
          <a:gradFill>
            <a:gsLst>
              <a:gs pos="12000">
                <a:srgbClr val="8B1D82"/>
              </a:gs>
              <a:gs pos="0">
                <a:srgbClr val="4D1D82"/>
              </a:gs>
              <a:gs pos="29000">
                <a:srgbClr val="CF022B"/>
              </a:gs>
              <a:gs pos="100000">
                <a:srgbClr val="F07D00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4901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grey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8366CA8-39D8-D663-FE66-2909778CBDF7}"/>
              </a:ext>
            </a:extLst>
          </p:cNvPr>
          <p:cNvSpPr/>
          <p:nvPr userDrawn="1"/>
        </p:nvSpPr>
        <p:spPr>
          <a:xfrm rot="16200000">
            <a:off x="5000067" y="-333942"/>
            <a:ext cx="6858002" cy="75258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E705539D-A0B6-57CB-FA7A-F14C57BA0F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4240" y="1780000"/>
            <a:ext cx="3378478" cy="3678668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DAB702-4309-B876-BC2B-CBA81FCB147B}"/>
              </a:ext>
            </a:extLst>
          </p:cNvPr>
          <p:cNvSpPr/>
          <p:nvPr userDrawn="1"/>
        </p:nvSpPr>
        <p:spPr>
          <a:xfrm>
            <a:off x="0" y="6827024"/>
            <a:ext cx="12204000" cy="43200"/>
          </a:xfrm>
          <a:prstGeom prst="rect">
            <a:avLst/>
          </a:prstGeom>
          <a:gradFill>
            <a:gsLst>
              <a:gs pos="12000">
                <a:srgbClr val="8B1D82"/>
              </a:gs>
              <a:gs pos="0">
                <a:srgbClr val="4D1D82"/>
              </a:gs>
              <a:gs pos="29000">
                <a:srgbClr val="CF022B"/>
              </a:gs>
              <a:gs pos="100000">
                <a:srgbClr val="F07D00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68158F0D-14CE-146C-BF1F-84FFE6EC8F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4" y="404813"/>
            <a:ext cx="10585449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DD2FBBAD-5374-D8EF-A60D-E056DBAA909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2" name="Espace réservé du texte 13">
            <a:extLst>
              <a:ext uri="{FF2B5EF4-FFF2-40B4-BE49-F238E27FC236}">
                <a16:creationId xmlns:a16="http://schemas.microsoft.com/office/drawing/2014/main" id="{90011949-8370-30C4-387B-EF64D33D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10585450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118311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C26115A7-4A95-DAF2-9505-6B884CCE95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4239" y="1793778"/>
            <a:ext cx="4783930" cy="3678668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FFA84C5-18AE-1DA3-AD1C-B8E5A610B515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779923"/>
            <a:ext cx="0" cy="3706032"/>
          </a:xfrm>
          <a:prstGeom prst="line">
            <a:avLst/>
          </a:prstGeom>
          <a:ln w="12700" cap="sq">
            <a:gradFill flip="none" rotWithShape="1">
              <a:gsLst>
                <a:gs pos="0">
                  <a:srgbClr val="4D1D82"/>
                </a:gs>
                <a:gs pos="10000">
                  <a:srgbClr val="8B1D82"/>
                </a:gs>
                <a:gs pos="60000">
                  <a:srgbClr val="CF022B"/>
                </a:gs>
                <a:gs pos="100000">
                  <a:srgbClr val="EF7D00"/>
                </a:gs>
              </a:gsLst>
              <a:lin ang="16200000" scaled="1"/>
              <a:tileRect/>
            </a:gra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F74CE765-0455-F527-0E7C-1BE013D422A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33358" y="1793778"/>
            <a:ext cx="4783930" cy="3678668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00CDBE06-78CA-0B7D-070D-115A836E19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1058545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637FA84F-5BF0-FF3B-3081-1359F9564D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10585450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1020403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8CF5571F-2A18-5C3B-44B8-F8618D97A0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3260" y="1780000"/>
            <a:ext cx="3133867" cy="3678668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FFA84C5-18AE-1DA3-AD1C-B8E5A610B515}"/>
              </a:ext>
            </a:extLst>
          </p:cNvPr>
          <p:cNvCxnSpPr>
            <a:cxnSpLocks/>
          </p:cNvCxnSpPr>
          <p:nvPr userDrawn="1"/>
        </p:nvCxnSpPr>
        <p:spPr>
          <a:xfrm>
            <a:off x="4277369" y="1766145"/>
            <a:ext cx="0" cy="3692127"/>
          </a:xfrm>
          <a:prstGeom prst="line">
            <a:avLst/>
          </a:prstGeom>
          <a:ln w="12700" cap="sq">
            <a:gradFill flip="none" rotWithShape="1">
              <a:gsLst>
                <a:gs pos="0">
                  <a:srgbClr val="4D1D82"/>
                </a:gs>
                <a:gs pos="10000">
                  <a:srgbClr val="8B1D82"/>
                </a:gs>
                <a:gs pos="60000">
                  <a:srgbClr val="CF022B"/>
                </a:gs>
                <a:gs pos="100000">
                  <a:srgbClr val="EF7D00"/>
                </a:gs>
              </a:gsLst>
              <a:lin ang="16200000" scaled="1"/>
              <a:tileRect/>
            </a:gra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4E879390-3B85-16B6-3ABC-6305A7581112}"/>
              </a:ext>
            </a:extLst>
          </p:cNvPr>
          <p:cNvCxnSpPr>
            <a:cxnSpLocks/>
          </p:cNvCxnSpPr>
          <p:nvPr userDrawn="1"/>
        </p:nvCxnSpPr>
        <p:spPr>
          <a:xfrm>
            <a:off x="7931724" y="1779999"/>
            <a:ext cx="0" cy="3664815"/>
          </a:xfrm>
          <a:prstGeom prst="line">
            <a:avLst/>
          </a:prstGeom>
          <a:ln w="12700" cap="sq">
            <a:gradFill flip="none" rotWithShape="1">
              <a:gsLst>
                <a:gs pos="0">
                  <a:srgbClr val="4D1D82"/>
                </a:gs>
                <a:gs pos="10000">
                  <a:srgbClr val="8B1D82"/>
                </a:gs>
                <a:gs pos="60000">
                  <a:srgbClr val="CF022B"/>
                </a:gs>
                <a:gs pos="100000">
                  <a:srgbClr val="EF7D00"/>
                </a:gs>
              </a:gsLst>
              <a:lin ang="16200000" scaled="1"/>
              <a:tileRect/>
            </a:gra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3C41A3FE-79A6-DCAA-3954-31088F73398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37608" y="1780000"/>
            <a:ext cx="3133867" cy="3678668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8AFA52DB-5034-4ACE-43B3-F78394E179C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91967" y="1766145"/>
            <a:ext cx="3133867" cy="3678668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07E69244-25FA-FDA4-2D0D-147F55FE48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10585448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6" name="Espace réservé du texte 13">
            <a:extLst>
              <a:ext uri="{FF2B5EF4-FFF2-40B4-BE49-F238E27FC236}">
                <a16:creationId xmlns:a16="http://schemas.microsoft.com/office/drawing/2014/main" id="{CD8EB11B-335F-B9DC-90F6-7FAB661F78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10585448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0427901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in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1361BF7C-4695-AF37-EF81-332D9C3FBF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4712" y="1754722"/>
            <a:ext cx="5872077" cy="3999415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909CA07-224A-8BEC-2CF8-CFAC569DC690}"/>
              </a:ext>
            </a:extLst>
          </p:cNvPr>
          <p:cNvSpPr/>
          <p:nvPr userDrawn="1"/>
        </p:nvSpPr>
        <p:spPr>
          <a:xfrm rot="16200000">
            <a:off x="6811966" y="2256878"/>
            <a:ext cx="4032248" cy="3035297"/>
          </a:xfrm>
          <a:prstGeom prst="roundRect">
            <a:avLst>
              <a:gd name="adj" fmla="val 7364"/>
            </a:avLst>
          </a:prstGeom>
          <a:gradFill>
            <a:gsLst>
              <a:gs pos="46990">
                <a:srgbClr val="CF022B"/>
              </a:gs>
              <a:gs pos="10000">
                <a:srgbClr val="8B1D82"/>
              </a:gs>
              <a:gs pos="0">
                <a:srgbClr val="4D1D82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13" name="Espace réservé du texte 33">
            <a:extLst>
              <a:ext uri="{FF2B5EF4-FFF2-40B4-BE49-F238E27FC236}">
                <a16:creationId xmlns:a16="http://schemas.microsoft.com/office/drawing/2014/main" id="{0D2820E7-224B-E68D-49FC-24FB0A6404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52891" y="2090265"/>
            <a:ext cx="2350398" cy="11079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200" b="1">
                <a:ln>
                  <a:solidFill>
                    <a:schemeClr val="bg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00</a:t>
            </a:r>
            <a:endParaRPr lang="en-US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4A79236A-8CD9-AF37-8F0D-F3D3DC5E8CA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652891" y="3613025"/>
            <a:ext cx="2350398" cy="51610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F62881AC-5213-F608-BAE6-A08C2436174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156700" y="0"/>
            <a:ext cx="3039442" cy="6835616"/>
          </a:xfrm>
          <a:custGeom>
            <a:avLst/>
            <a:gdLst>
              <a:gd name="connsiteX0" fmla="*/ 0 w 3035300"/>
              <a:gd name="connsiteY0" fmla="*/ 0 h 6824546"/>
              <a:gd name="connsiteX1" fmla="*/ 3035300 w 3035300"/>
              <a:gd name="connsiteY1" fmla="*/ 0 h 6824546"/>
              <a:gd name="connsiteX2" fmla="*/ 3035300 w 3035300"/>
              <a:gd name="connsiteY2" fmla="*/ 6824546 h 6824546"/>
              <a:gd name="connsiteX3" fmla="*/ 0 w 3035300"/>
              <a:gd name="connsiteY3" fmla="*/ 6824546 h 6824546"/>
              <a:gd name="connsiteX4" fmla="*/ 0 w 3035300"/>
              <a:gd name="connsiteY4" fmla="*/ 6021802 h 6824546"/>
              <a:gd name="connsiteX5" fmla="*/ 965520 w 3035300"/>
              <a:gd name="connsiteY5" fmla="*/ 6021802 h 6824546"/>
              <a:gd name="connsiteX6" fmla="*/ 1189040 w 3035300"/>
              <a:gd name="connsiteY6" fmla="*/ 5798283 h 6824546"/>
              <a:gd name="connsiteX7" fmla="*/ 1189040 w 3035300"/>
              <a:gd name="connsiteY7" fmla="*/ 2213073 h 6824546"/>
              <a:gd name="connsiteX8" fmla="*/ 965520 w 3035300"/>
              <a:gd name="connsiteY8" fmla="*/ 1989554 h 6824546"/>
              <a:gd name="connsiteX9" fmla="*/ 0 w 3035300"/>
              <a:gd name="connsiteY9" fmla="*/ 1989554 h 6824546"/>
              <a:gd name="connsiteX0" fmla="*/ 0 w 3054350"/>
              <a:gd name="connsiteY0" fmla="*/ 0 h 7262696"/>
              <a:gd name="connsiteX1" fmla="*/ 3035300 w 3054350"/>
              <a:gd name="connsiteY1" fmla="*/ 0 h 7262696"/>
              <a:gd name="connsiteX2" fmla="*/ 3054350 w 3054350"/>
              <a:gd name="connsiteY2" fmla="*/ 7262696 h 7262696"/>
              <a:gd name="connsiteX3" fmla="*/ 0 w 3054350"/>
              <a:gd name="connsiteY3" fmla="*/ 6824546 h 7262696"/>
              <a:gd name="connsiteX4" fmla="*/ 0 w 3054350"/>
              <a:gd name="connsiteY4" fmla="*/ 6021802 h 7262696"/>
              <a:gd name="connsiteX5" fmla="*/ 965520 w 3054350"/>
              <a:gd name="connsiteY5" fmla="*/ 6021802 h 7262696"/>
              <a:gd name="connsiteX6" fmla="*/ 1189040 w 3054350"/>
              <a:gd name="connsiteY6" fmla="*/ 5798283 h 7262696"/>
              <a:gd name="connsiteX7" fmla="*/ 1189040 w 3054350"/>
              <a:gd name="connsiteY7" fmla="*/ 2213073 h 7262696"/>
              <a:gd name="connsiteX8" fmla="*/ 965520 w 3054350"/>
              <a:gd name="connsiteY8" fmla="*/ 1989554 h 7262696"/>
              <a:gd name="connsiteX9" fmla="*/ 0 w 3054350"/>
              <a:gd name="connsiteY9" fmla="*/ 1989554 h 7262696"/>
              <a:gd name="connsiteX10" fmla="*/ 0 w 3054350"/>
              <a:gd name="connsiteY10" fmla="*/ 0 h 7262696"/>
              <a:gd name="connsiteX0" fmla="*/ 0 w 3054350"/>
              <a:gd name="connsiteY0" fmla="*/ 0 h 7348421"/>
              <a:gd name="connsiteX1" fmla="*/ 3035300 w 3054350"/>
              <a:gd name="connsiteY1" fmla="*/ 0 h 7348421"/>
              <a:gd name="connsiteX2" fmla="*/ 3054350 w 3054350"/>
              <a:gd name="connsiteY2" fmla="*/ 7262696 h 7348421"/>
              <a:gd name="connsiteX3" fmla="*/ 19050 w 3054350"/>
              <a:gd name="connsiteY3" fmla="*/ 7348421 h 7348421"/>
              <a:gd name="connsiteX4" fmla="*/ 0 w 3054350"/>
              <a:gd name="connsiteY4" fmla="*/ 6021802 h 7348421"/>
              <a:gd name="connsiteX5" fmla="*/ 965520 w 3054350"/>
              <a:gd name="connsiteY5" fmla="*/ 6021802 h 7348421"/>
              <a:gd name="connsiteX6" fmla="*/ 1189040 w 3054350"/>
              <a:gd name="connsiteY6" fmla="*/ 5798283 h 7348421"/>
              <a:gd name="connsiteX7" fmla="*/ 1189040 w 3054350"/>
              <a:gd name="connsiteY7" fmla="*/ 2213073 h 7348421"/>
              <a:gd name="connsiteX8" fmla="*/ 965520 w 3054350"/>
              <a:gd name="connsiteY8" fmla="*/ 1989554 h 7348421"/>
              <a:gd name="connsiteX9" fmla="*/ 0 w 3054350"/>
              <a:gd name="connsiteY9" fmla="*/ 1989554 h 7348421"/>
              <a:gd name="connsiteX10" fmla="*/ 0 w 3054350"/>
              <a:gd name="connsiteY10" fmla="*/ 0 h 7348421"/>
              <a:gd name="connsiteX0" fmla="*/ 0 w 3054350"/>
              <a:gd name="connsiteY0" fmla="*/ 0 h 7300796"/>
              <a:gd name="connsiteX1" fmla="*/ 3035300 w 3054350"/>
              <a:gd name="connsiteY1" fmla="*/ 0 h 7300796"/>
              <a:gd name="connsiteX2" fmla="*/ 3054350 w 3054350"/>
              <a:gd name="connsiteY2" fmla="*/ 7262696 h 7300796"/>
              <a:gd name="connsiteX3" fmla="*/ 19050 w 3054350"/>
              <a:gd name="connsiteY3" fmla="*/ 7300796 h 7300796"/>
              <a:gd name="connsiteX4" fmla="*/ 0 w 3054350"/>
              <a:gd name="connsiteY4" fmla="*/ 6021802 h 7300796"/>
              <a:gd name="connsiteX5" fmla="*/ 965520 w 3054350"/>
              <a:gd name="connsiteY5" fmla="*/ 6021802 h 7300796"/>
              <a:gd name="connsiteX6" fmla="*/ 1189040 w 3054350"/>
              <a:gd name="connsiteY6" fmla="*/ 5798283 h 7300796"/>
              <a:gd name="connsiteX7" fmla="*/ 1189040 w 3054350"/>
              <a:gd name="connsiteY7" fmla="*/ 2213073 h 7300796"/>
              <a:gd name="connsiteX8" fmla="*/ 965520 w 3054350"/>
              <a:gd name="connsiteY8" fmla="*/ 1989554 h 7300796"/>
              <a:gd name="connsiteX9" fmla="*/ 0 w 3054350"/>
              <a:gd name="connsiteY9" fmla="*/ 1989554 h 7300796"/>
              <a:gd name="connsiteX10" fmla="*/ 0 w 3054350"/>
              <a:gd name="connsiteY10" fmla="*/ 0 h 7300796"/>
              <a:gd name="connsiteX0" fmla="*/ 0 w 3054350"/>
              <a:gd name="connsiteY0" fmla="*/ 0 h 7262696"/>
              <a:gd name="connsiteX1" fmla="*/ 3035300 w 3054350"/>
              <a:gd name="connsiteY1" fmla="*/ 0 h 7262696"/>
              <a:gd name="connsiteX2" fmla="*/ 3054350 w 3054350"/>
              <a:gd name="connsiteY2" fmla="*/ 7262696 h 7262696"/>
              <a:gd name="connsiteX3" fmla="*/ 9525 w 3054350"/>
              <a:gd name="connsiteY3" fmla="*/ 7253171 h 7262696"/>
              <a:gd name="connsiteX4" fmla="*/ 0 w 3054350"/>
              <a:gd name="connsiteY4" fmla="*/ 6021802 h 7262696"/>
              <a:gd name="connsiteX5" fmla="*/ 965520 w 3054350"/>
              <a:gd name="connsiteY5" fmla="*/ 6021802 h 7262696"/>
              <a:gd name="connsiteX6" fmla="*/ 1189040 w 3054350"/>
              <a:gd name="connsiteY6" fmla="*/ 5798283 h 7262696"/>
              <a:gd name="connsiteX7" fmla="*/ 1189040 w 3054350"/>
              <a:gd name="connsiteY7" fmla="*/ 2213073 h 7262696"/>
              <a:gd name="connsiteX8" fmla="*/ 965520 w 3054350"/>
              <a:gd name="connsiteY8" fmla="*/ 1989554 h 7262696"/>
              <a:gd name="connsiteX9" fmla="*/ 0 w 3054350"/>
              <a:gd name="connsiteY9" fmla="*/ 1989554 h 7262696"/>
              <a:gd name="connsiteX10" fmla="*/ 0 w 3054350"/>
              <a:gd name="connsiteY10" fmla="*/ 0 h 7262696"/>
              <a:gd name="connsiteX0" fmla="*/ 0 w 3054350"/>
              <a:gd name="connsiteY0" fmla="*/ 0 h 7262696"/>
              <a:gd name="connsiteX1" fmla="*/ 3035300 w 3054350"/>
              <a:gd name="connsiteY1" fmla="*/ 0 h 7262696"/>
              <a:gd name="connsiteX2" fmla="*/ 3054350 w 3054350"/>
              <a:gd name="connsiteY2" fmla="*/ 7262696 h 7262696"/>
              <a:gd name="connsiteX3" fmla="*/ 0 w 3054350"/>
              <a:gd name="connsiteY3" fmla="*/ 7253171 h 7262696"/>
              <a:gd name="connsiteX4" fmla="*/ 0 w 3054350"/>
              <a:gd name="connsiteY4" fmla="*/ 6021802 h 7262696"/>
              <a:gd name="connsiteX5" fmla="*/ 965520 w 3054350"/>
              <a:gd name="connsiteY5" fmla="*/ 6021802 h 7262696"/>
              <a:gd name="connsiteX6" fmla="*/ 1189040 w 3054350"/>
              <a:gd name="connsiteY6" fmla="*/ 5798283 h 7262696"/>
              <a:gd name="connsiteX7" fmla="*/ 1189040 w 3054350"/>
              <a:gd name="connsiteY7" fmla="*/ 2213073 h 7262696"/>
              <a:gd name="connsiteX8" fmla="*/ 965520 w 3054350"/>
              <a:gd name="connsiteY8" fmla="*/ 1989554 h 7262696"/>
              <a:gd name="connsiteX9" fmla="*/ 0 w 3054350"/>
              <a:gd name="connsiteY9" fmla="*/ 1989554 h 7262696"/>
              <a:gd name="connsiteX10" fmla="*/ 0 w 3054350"/>
              <a:gd name="connsiteY10" fmla="*/ 0 h 7262696"/>
              <a:gd name="connsiteX0" fmla="*/ 0 w 3054350"/>
              <a:gd name="connsiteY0" fmla="*/ 233680 h 7262696"/>
              <a:gd name="connsiteX1" fmla="*/ 3035300 w 3054350"/>
              <a:gd name="connsiteY1" fmla="*/ 0 h 7262696"/>
              <a:gd name="connsiteX2" fmla="*/ 3054350 w 3054350"/>
              <a:gd name="connsiteY2" fmla="*/ 7262696 h 7262696"/>
              <a:gd name="connsiteX3" fmla="*/ 0 w 3054350"/>
              <a:gd name="connsiteY3" fmla="*/ 7253171 h 7262696"/>
              <a:gd name="connsiteX4" fmla="*/ 0 w 3054350"/>
              <a:gd name="connsiteY4" fmla="*/ 6021802 h 7262696"/>
              <a:gd name="connsiteX5" fmla="*/ 965520 w 3054350"/>
              <a:gd name="connsiteY5" fmla="*/ 6021802 h 7262696"/>
              <a:gd name="connsiteX6" fmla="*/ 1189040 w 3054350"/>
              <a:gd name="connsiteY6" fmla="*/ 5798283 h 7262696"/>
              <a:gd name="connsiteX7" fmla="*/ 1189040 w 3054350"/>
              <a:gd name="connsiteY7" fmla="*/ 2213073 h 7262696"/>
              <a:gd name="connsiteX8" fmla="*/ 965520 w 3054350"/>
              <a:gd name="connsiteY8" fmla="*/ 1989554 h 7262696"/>
              <a:gd name="connsiteX9" fmla="*/ 0 w 3054350"/>
              <a:gd name="connsiteY9" fmla="*/ 1989554 h 7262696"/>
              <a:gd name="connsiteX10" fmla="*/ 0 w 3054350"/>
              <a:gd name="connsiteY10" fmla="*/ 233680 h 7262696"/>
              <a:gd name="connsiteX0" fmla="*/ 0 w 3054350"/>
              <a:gd name="connsiteY0" fmla="*/ 0 h 7029016"/>
              <a:gd name="connsiteX1" fmla="*/ 3025140 w 3054350"/>
              <a:gd name="connsiteY1" fmla="*/ 121920 h 7029016"/>
              <a:gd name="connsiteX2" fmla="*/ 3054350 w 3054350"/>
              <a:gd name="connsiteY2" fmla="*/ 7029016 h 7029016"/>
              <a:gd name="connsiteX3" fmla="*/ 0 w 3054350"/>
              <a:gd name="connsiteY3" fmla="*/ 7019491 h 7029016"/>
              <a:gd name="connsiteX4" fmla="*/ 0 w 3054350"/>
              <a:gd name="connsiteY4" fmla="*/ 5788122 h 7029016"/>
              <a:gd name="connsiteX5" fmla="*/ 965520 w 3054350"/>
              <a:gd name="connsiteY5" fmla="*/ 5788122 h 7029016"/>
              <a:gd name="connsiteX6" fmla="*/ 1189040 w 3054350"/>
              <a:gd name="connsiteY6" fmla="*/ 5564603 h 7029016"/>
              <a:gd name="connsiteX7" fmla="*/ 1189040 w 3054350"/>
              <a:gd name="connsiteY7" fmla="*/ 1979393 h 7029016"/>
              <a:gd name="connsiteX8" fmla="*/ 965520 w 3054350"/>
              <a:gd name="connsiteY8" fmla="*/ 1755874 h 7029016"/>
              <a:gd name="connsiteX9" fmla="*/ 0 w 3054350"/>
              <a:gd name="connsiteY9" fmla="*/ 1755874 h 7029016"/>
              <a:gd name="connsiteX10" fmla="*/ 0 w 3054350"/>
              <a:gd name="connsiteY10" fmla="*/ 0 h 7029016"/>
              <a:gd name="connsiteX0" fmla="*/ 0 w 3054350"/>
              <a:gd name="connsiteY0" fmla="*/ 0 h 7029016"/>
              <a:gd name="connsiteX1" fmla="*/ 3014980 w 3054350"/>
              <a:gd name="connsiteY1" fmla="*/ 0 h 7029016"/>
              <a:gd name="connsiteX2" fmla="*/ 3054350 w 3054350"/>
              <a:gd name="connsiteY2" fmla="*/ 7029016 h 7029016"/>
              <a:gd name="connsiteX3" fmla="*/ 0 w 3054350"/>
              <a:gd name="connsiteY3" fmla="*/ 7019491 h 7029016"/>
              <a:gd name="connsiteX4" fmla="*/ 0 w 3054350"/>
              <a:gd name="connsiteY4" fmla="*/ 5788122 h 7029016"/>
              <a:gd name="connsiteX5" fmla="*/ 965520 w 3054350"/>
              <a:gd name="connsiteY5" fmla="*/ 5788122 h 7029016"/>
              <a:gd name="connsiteX6" fmla="*/ 1189040 w 3054350"/>
              <a:gd name="connsiteY6" fmla="*/ 5564603 h 7029016"/>
              <a:gd name="connsiteX7" fmla="*/ 1189040 w 3054350"/>
              <a:gd name="connsiteY7" fmla="*/ 1979393 h 7029016"/>
              <a:gd name="connsiteX8" fmla="*/ 965520 w 3054350"/>
              <a:gd name="connsiteY8" fmla="*/ 1755874 h 7029016"/>
              <a:gd name="connsiteX9" fmla="*/ 0 w 3054350"/>
              <a:gd name="connsiteY9" fmla="*/ 1755874 h 7029016"/>
              <a:gd name="connsiteX10" fmla="*/ 0 w 3054350"/>
              <a:gd name="connsiteY10" fmla="*/ 0 h 7029016"/>
              <a:gd name="connsiteX0" fmla="*/ 0 w 3054350"/>
              <a:gd name="connsiteY0" fmla="*/ 0 h 7029016"/>
              <a:gd name="connsiteX1" fmla="*/ 2882900 w 3054350"/>
              <a:gd name="connsiteY1" fmla="*/ 0 h 7029016"/>
              <a:gd name="connsiteX2" fmla="*/ 3054350 w 3054350"/>
              <a:gd name="connsiteY2" fmla="*/ 7029016 h 7029016"/>
              <a:gd name="connsiteX3" fmla="*/ 0 w 3054350"/>
              <a:gd name="connsiteY3" fmla="*/ 7019491 h 7029016"/>
              <a:gd name="connsiteX4" fmla="*/ 0 w 3054350"/>
              <a:gd name="connsiteY4" fmla="*/ 5788122 h 7029016"/>
              <a:gd name="connsiteX5" fmla="*/ 965520 w 3054350"/>
              <a:gd name="connsiteY5" fmla="*/ 5788122 h 7029016"/>
              <a:gd name="connsiteX6" fmla="*/ 1189040 w 3054350"/>
              <a:gd name="connsiteY6" fmla="*/ 5564603 h 7029016"/>
              <a:gd name="connsiteX7" fmla="*/ 1189040 w 3054350"/>
              <a:gd name="connsiteY7" fmla="*/ 1979393 h 7029016"/>
              <a:gd name="connsiteX8" fmla="*/ 965520 w 3054350"/>
              <a:gd name="connsiteY8" fmla="*/ 1755874 h 7029016"/>
              <a:gd name="connsiteX9" fmla="*/ 0 w 3054350"/>
              <a:gd name="connsiteY9" fmla="*/ 1755874 h 7029016"/>
              <a:gd name="connsiteX10" fmla="*/ 0 w 3054350"/>
              <a:gd name="connsiteY10" fmla="*/ 0 h 7029016"/>
              <a:gd name="connsiteX0" fmla="*/ 0 w 3054350"/>
              <a:gd name="connsiteY0" fmla="*/ 0 h 7029016"/>
              <a:gd name="connsiteX1" fmla="*/ 3035300 w 3054350"/>
              <a:gd name="connsiteY1" fmla="*/ 0 h 7029016"/>
              <a:gd name="connsiteX2" fmla="*/ 3054350 w 3054350"/>
              <a:gd name="connsiteY2" fmla="*/ 7029016 h 7029016"/>
              <a:gd name="connsiteX3" fmla="*/ 0 w 3054350"/>
              <a:gd name="connsiteY3" fmla="*/ 7019491 h 7029016"/>
              <a:gd name="connsiteX4" fmla="*/ 0 w 3054350"/>
              <a:gd name="connsiteY4" fmla="*/ 5788122 h 7029016"/>
              <a:gd name="connsiteX5" fmla="*/ 965520 w 3054350"/>
              <a:gd name="connsiteY5" fmla="*/ 5788122 h 7029016"/>
              <a:gd name="connsiteX6" fmla="*/ 1189040 w 3054350"/>
              <a:gd name="connsiteY6" fmla="*/ 5564603 h 7029016"/>
              <a:gd name="connsiteX7" fmla="*/ 1189040 w 3054350"/>
              <a:gd name="connsiteY7" fmla="*/ 1979393 h 7029016"/>
              <a:gd name="connsiteX8" fmla="*/ 965520 w 3054350"/>
              <a:gd name="connsiteY8" fmla="*/ 1755874 h 7029016"/>
              <a:gd name="connsiteX9" fmla="*/ 0 w 3054350"/>
              <a:gd name="connsiteY9" fmla="*/ 1755874 h 7029016"/>
              <a:gd name="connsiteX10" fmla="*/ 0 w 3054350"/>
              <a:gd name="connsiteY10" fmla="*/ 0 h 7029016"/>
              <a:gd name="connsiteX0" fmla="*/ 0 w 3054350"/>
              <a:gd name="connsiteY0" fmla="*/ 0 h 7029016"/>
              <a:gd name="connsiteX1" fmla="*/ 3035300 w 3054350"/>
              <a:gd name="connsiteY1" fmla="*/ 0 h 7029016"/>
              <a:gd name="connsiteX2" fmla="*/ 3054350 w 3054350"/>
              <a:gd name="connsiteY2" fmla="*/ 7029016 h 7029016"/>
              <a:gd name="connsiteX3" fmla="*/ 0 w 3054350"/>
              <a:gd name="connsiteY3" fmla="*/ 6731256 h 7029016"/>
              <a:gd name="connsiteX4" fmla="*/ 0 w 3054350"/>
              <a:gd name="connsiteY4" fmla="*/ 5788122 h 7029016"/>
              <a:gd name="connsiteX5" fmla="*/ 965520 w 3054350"/>
              <a:gd name="connsiteY5" fmla="*/ 5788122 h 7029016"/>
              <a:gd name="connsiteX6" fmla="*/ 1189040 w 3054350"/>
              <a:gd name="connsiteY6" fmla="*/ 5564603 h 7029016"/>
              <a:gd name="connsiteX7" fmla="*/ 1189040 w 3054350"/>
              <a:gd name="connsiteY7" fmla="*/ 1979393 h 7029016"/>
              <a:gd name="connsiteX8" fmla="*/ 965520 w 3054350"/>
              <a:gd name="connsiteY8" fmla="*/ 1755874 h 7029016"/>
              <a:gd name="connsiteX9" fmla="*/ 0 w 3054350"/>
              <a:gd name="connsiteY9" fmla="*/ 1755874 h 7029016"/>
              <a:gd name="connsiteX10" fmla="*/ 0 w 3054350"/>
              <a:gd name="connsiteY10" fmla="*/ 0 h 7029016"/>
              <a:gd name="connsiteX0" fmla="*/ 0 w 3054350"/>
              <a:gd name="connsiteY0" fmla="*/ 0 h 7029016"/>
              <a:gd name="connsiteX1" fmla="*/ 3035300 w 3054350"/>
              <a:gd name="connsiteY1" fmla="*/ 0 h 7029016"/>
              <a:gd name="connsiteX2" fmla="*/ 3054350 w 3054350"/>
              <a:gd name="connsiteY2" fmla="*/ 7029016 h 7029016"/>
              <a:gd name="connsiteX3" fmla="*/ 0 w 3054350"/>
              <a:gd name="connsiteY3" fmla="*/ 6845556 h 7029016"/>
              <a:gd name="connsiteX4" fmla="*/ 0 w 3054350"/>
              <a:gd name="connsiteY4" fmla="*/ 5788122 h 7029016"/>
              <a:gd name="connsiteX5" fmla="*/ 965520 w 3054350"/>
              <a:gd name="connsiteY5" fmla="*/ 5788122 h 7029016"/>
              <a:gd name="connsiteX6" fmla="*/ 1189040 w 3054350"/>
              <a:gd name="connsiteY6" fmla="*/ 5564603 h 7029016"/>
              <a:gd name="connsiteX7" fmla="*/ 1189040 w 3054350"/>
              <a:gd name="connsiteY7" fmla="*/ 1979393 h 7029016"/>
              <a:gd name="connsiteX8" fmla="*/ 965520 w 3054350"/>
              <a:gd name="connsiteY8" fmla="*/ 1755874 h 7029016"/>
              <a:gd name="connsiteX9" fmla="*/ 0 w 3054350"/>
              <a:gd name="connsiteY9" fmla="*/ 1755874 h 7029016"/>
              <a:gd name="connsiteX10" fmla="*/ 0 w 3054350"/>
              <a:gd name="connsiteY10" fmla="*/ 0 h 7029016"/>
              <a:gd name="connsiteX0" fmla="*/ 0 w 3054350"/>
              <a:gd name="connsiteY0" fmla="*/ 0 h 6845556"/>
              <a:gd name="connsiteX1" fmla="*/ 3035300 w 3054350"/>
              <a:gd name="connsiteY1" fmla="*/ 0 h 6845556"/>
              <a:gd name="connsiteX2" fmla="*/ 3054350 w 3054350"/>
              <a:gd name="connsiteY2" fmla="*/ 6447577 h 6845556"/>
              <a:gd name="connsiteX3" fmla="*/ 0 w 3054350"/>
              <a:gd name="connsiteY3" fmla="*/ 6845556 h 6845556"/>
              <a:gd name="connsiteX4" fmla="*/ 0 w 3054350"/>
              <a:gd name="connsiteY4" fmla="*/ 5788122 h 6845556"/>
              <a:gd name="connsiteX5" fmla="*/ 965520 w 3054350"/>
              <a:gd name="connsiteY5" fmla="*/ 5788122 h 6845556"/>
              <a:gd name="connsiteX6" fmla="*/ 1189040 w 3054350"/>
              <a:gd name="connsiteY6" fmla="*/ 5564603 h 6845556"/>
              <a:gd name="connsiteX7" fmla="*/ 1189040 w 3054350"/>
              <a:gd name="connsiteY7" fmla="*/ 1979393 h 6845556"/>
              <a:gd name="connsiteX8" fmla="*/ 965520 w 3054350"/>
              <a:gd name="connsiteY8" fmla="*/ 1755874 h 6845556"/>
              <a:gd name="connsiteX9" fmla="*/ 0 w 3054350"/>
              <a:gd name="connsiteY9" fmla="*/ 1755874 h 6845556"/>
              <a:gd name="connsiteX10" fmla="*/ 0 w 3054350"/>
              <a:gd name="connsiteY10" fmla="*/ 0 h 6845556"/>
              <a:gd name="connsiteX0" fmla="*/ 0 w 3039442"/>
              <a:gd name="connsiteY0" fmla="*/ 0 h 6845556"/>
              <a:gd name="connsiteX1" fmla="*/ 3035300 w 3039442"/>
              <a:gd name="connsiteY1" fmla="*/ 0 h 6845556"/>
              <a:gd name="connsiteX2" fmla="*/ 3039442 w 3039442"/>
              <a:gd name="connsiteY2" fmla="*/ 6835203 h 6845556"/>
              <a:gd name="connsiteX3" fmla="*/ 0 w 3039442"/>
              <a:gd name="connsiteY3" fmla="*/ 6845556 h 6845556"/>
              <a:gd name="connsiteX4" fmla="*/ 0 w 3039442"/>
              <a:gd name="connsiteY4" fmla="*/ 5788122 h 6845556"/>
              <a:gd name="connsiteX5" fmla="*/ 965520 w 3039442"/>
              <a:gd name="connsiteY5" fmla="*/ 5788122 h 6845556"/>
              <a:gd name="connsiteX6" fmla="*/ 1189040 w 3039442"/>
              <a:gd name="connsiteY6" fmla="*/ 5564603 h 6845556"/>
              <a:gd name="connsiteX7" fmla="*/ 1189040 w 3039442"/>
              <a:gd name="connsiteY7" fmla="*/ 1979393 h 6845556"/>
              <a:gd name="connsiteX8" fmla="*/ 965520 w 3039442"/>
              <a:gd name="connsiteY8" fmla="*/ 1755874 h 6845556"/>
              <a:gd name="connsiteX9" fmla="*/ 0 w 3039442"/>
              <a:gd name="connsiteY9" fmla="*/ 1755874 h 6845556"/>
              <a:gd name="connsiteX10" fmla="*/ 0 w 3039442"/>
              <a:gd name="connsiteY10" fmla="*/ 0 h 6845556"/>
              <a:gd name="connsiteX0" fmla="*/ 0 w 3039442"/>
              <a:gd name="connsiteY0" fmla="*/ 0 h 6835203"/>
              <a:gd name="connsiteX1" fmla="*/ 3035300 w 3039442"/>
              <a:gd name="connsiteY1" fmla="*/ 0 h 6835203"/>
              <a:gd name="connsiteX2" fmla="*/ 3039442 w 3039442"/>
              <a:gd name="connsiteY2" fmla="*/ 6835203 h 6835203"/>
              <a:gd name="connsiteX3" fmla="*/ 0 w 3039442"/>
              <a:gd name="connsiteY3" fmla="*/ 6646773 h 6835203"/>
              <a:gd name="connsiteX4" fmla="*/ 0 w 3039442"/>
              <a:gd name="connsiteY4" fmla="*/ 5788122 h 6835203"/>
              <a:gd name="connsiteX5" fmla="*/ 965520 w 3039442"/>
              <a:gd name="connsiteY5" fmla="*/ 5788122 h 6835203"/>
              <a:gd name="connsiteX6" fmla="*/ 1189040 w 3039442"/>
              <a:gd name="connsiteY6" fmla="*/ 5564603 h 6835203"/>
              <a:gd name="connsiteX7" fmla="*/ 1189040 w 3039442"/>
              <a:gd name="connsiteY7" fmla="*/ 1979393 h 6835203"/>
              <a:gd name="connsiteX8" fmla="*/ 965520 w 3039442"/>
              <a:gd name="connsiteY8" fmla="*/ 1755874 h 6835203"/>
              <a:gd name="connsiteX9" fmla="*/ 0 w 3039442"/>
              <a:gd name="connsiteY9" fmla="*/ 1755874 h 6835203"/>
              <a:gd name="connsiteX10" fmla="*/ 0 w 3039442"/>
              <a:gd name="connsiteY10" fmla="*/ 0 h 6835203"/>
              <a:gd name="connsiteX0" fmla="*/ 0 w 3039442"/>
              <a:gd name="connsiteY0" fmla="*/ 0 h 6835616"/>
              <a:gd name="connsiteX1" fmla="*/ 3035300 w 3039442"/>
              <a:gd name="connsiteY1" fmla="*/ 0 h 6835616"/>
              <a:gd name="connsiteX2" fmla="*/ 3039442 w 3039442"/>
              <a:gd name="connsiteY2" fmla="*/ 6835203 h 6835616"/>
              <a:gd name="connsiteX3" fmla="*/ 4969 w 3039442"/>
              <a:gd name="connsiteY3" fmla="*/ 6835616 h 6835616"/>
              <a:gd name="connsiteX4" fmla="*/ 0 w 3039442"/>
              <a:gd name="connsiteY4" fmla="*/ 5788122 h 6835616"/>
              <a:gd name="connsiteX5" fmla="*/ 965520 w 3039442"/>
              <a:gd name="connsiteY5" fmla="*/ 5788122 h 6835616"/>
              <a:gd name="connsiteX6" fmla="*/ 1189040 w 3039442"/>
              <a:gd name="connsiteY6" fmla="*/ 5564603 h 6835616"/>
              <a:gd name="connsiteX7" fmla="*/ 1189040 w 3039442"/>
              <a:gd name="connsiteY7" fmla="*/ 1979393 h 6835616"/>
              <a:gd name="connsiteX8" fmla="*/ 965520 w 3039442"/>
              <a:gd name="connsiteY8" fmla="*/ 1755874 h 6835616"/>
              <a:gd name="connsiteX9" fmla="*/ 0 w 3039442"/>
              <a:gd name="connsiteY9" fmla="*/ 1755874 h 6835616"/>
              <a:gd name="connsiteX10" fmla="*/ 0 w 3039442"/>
              <a:gd name="connsiteY10" fmla="*/ 0 h 6835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39442" h="6835616">
                <a:moveTo>
                  <a:pt x="0" y="0"/>
                </a:moveTo>
                <a:lnTo>
                  <a:pt x="3035300" y="0"/>
                </a:lnTo>
                <a:cubicBezTo>
                  <a:pt x="3036681" y="2278401"/>
                  <a:pt x="3038061" y="4556802"/>
                  <a:pt x="3039442" y="6835203"/>
                </a:cubicBezTo>
                <a:lnTo>
                  <a:pt x="4969" y="6835616"/>
                </a:lnTo>
                <a:cubicBezTo>
                  <a:pt x="3313" y="6486451"/>
                  <a:pt x="1656" y="6137287"/>
                  <a:pt x="0" y="5788122"/>
                </a:cubicBezTo>
                <a:lnTo>
                  <a:pt x="965520" y="5788122"/>
                </a:lnTo>
                <a:cubicBezTo>
                  <a:pt x="1088966" y="5788122"/>
                  <a:pt x="1189040" y="5688049"/>
                  <a:pt x="1189040" y="5564603"/>
                </a:cubicBezTo>
                <a:lnTo>
                  <a:pt x="1189040" y="1979393"/>
                </a:lnTo>
                <a:cubicBezTo>
                  <a:pt x="1189040" y="1855947"/>
                  <a:pt x="1088966" y="1755874"/>
                  <a:pt x="965520" y="1755874"/>
                </a:cubicBezTo>
                <a:lnTo>
                  <a:pt x="0" y="175587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240000" rIns="360000">
            <a:noAutofit/>
          </a:bodyPr>
          <a:lstStyle>
            <a:lvl1pPr algn="ctr"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059F3F39-5BF5-CBFA-D801-FF46C8AB1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7235825" cy="470898"/>
          </a:xfrm>
        </p:spPr>
        <p:txBody>
          <a:bodyPr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6" name="Espace réservé du texte 13">
            <a:extLst>
              <a:ext uri="{FF2B5EF4-FFF2-40B4-BE49-F238E27FC236}">
                <a16:creationId xmlns:a16="http://schemas.microsoft.com/office/drawing/2014/main" id="{482E1975-5C99-4A09-7D73-B09947DBEB9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7235825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D39D8-5D68-1404-D22C-2CC77B999C04}"/>
              </a:ext>
            </a:extLst>
          </p:cNvPr>
          <p:cNvSpPr/>
          <p:nvPr userDrawn="1"/>
        </p:nvSpPr>
        <p:spPr>
          <a:xfrm>
            <a:off x="0" y="6827024"/>
            <a:ext cx="12204000" cy="43200"/>
          </a:xfrm>
          <a:prstGeom prst="rect">
            <a:avLst/>
          </a:prstGeom>
          <a:gradFill>
            <a:gsLst>
              <a:gs pos="12000">
                <a:srgbClr val="8B1D82"/>
              </a:gs>
              <a:gs pos="0">
                <a:srgbClr val="4D1D82"/>
              </a:gs>
              <a:gs pos="29000">
                <a:srgbClr val="CF022B"/>
              </a:gs>
              <a:gs pos="100000">
                <a:srgbClr val="F07D00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897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68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inse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CE5CFA-1D43-115D-AFF9-D64AACC18CF7}"/>
              </a:ext>
            </a:extLst>
          </p:cNvPr>
          <p:cNvSpPr/>
          <p:nvPr userDrawn="1"/>
        </p:nvSpPr>
        <p:spPr>
          <a:xfrm>
            <a:off x="874712" y="1760541"/>
            <a:ext cx="8281987" cy="403224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Espace réservé pour une image  19">
            <a:extLst>
              <a:ext uri="{FF2B5EF4-FFF2-40B4-BE49-F238E27FC236}">
                <a16:creationId xmlns:a16="http://schemas.microsoft.com/office/drawing/2014/main" id="{EAA35198-AEAA-7BF3-722C-5FBBAC2DC8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19822" y="0"/>
            <a:ext cx="3872177" cy="6858000"/>
          </a:xfrm>
          <a:custGeom>
            <a:avLst/>
            <a:gdLst>
              <a:gd name="connsiteX0" fmla="*/ 0 w 3881888"/>
              <a:gd name="connsiteY0" fmla="*/ 0 h 6826727"/>
              <a:gd name="connsiteX1" fmla="*/ 3881888 w 3881888"/>
              <a:gd name="connsiteY1" fmla="*/ 0 h 6826727"/>
              <a:gd name="connsiteX2" fmla="*/ 3881888 w 3881888"/>
              <a:gd name="connsiteY2" fmla="*/ 6826727 h 6826727"/>
              <a:gd name="connsiteX3" fmla="*/ 0 w 3881888"/>
              <a:gd name="connsiteY3" fmla="*/ 6826727 h 6826727"/>
              <a:gd name="connsiteX4" fmla="*/ 0 w 3881888"/>
              <a:gd name="connsiteY4" fmla="*/ 6021390 h 6826727"/>
              <a:gd name="connsiteX5" fmla="*/ 846589 w 3881888"/>
              <a:gd name="connsiteY5" fmla="*/ 6021390 h 6826727"/>
              <a:gd name="connsiteX6" fmla="*/ 846589 w 3881888"/>
              <a:gd name="connsiteY6" fmla="*/ 1989142 h 6826727"/>
              <a:gd name="connsiteX7" fmla="*/ 0 w 3881888"/>
              <a:gd name="connsiteY7" fmla="*/ 1989142 h 6826727"/>
              <a:gd name="connsiteX0" fmla="*/ 0 w 3881888"/>
              <a:gd name="connsiteY0" fmla="*/ 0 h 7083902"/>
              <a:gd name="connsiteX1" fmla="*/ 3881888 w 3881888"/>
              <a:gd name="connsiteY1" fmla="*/ 0 h 7083902"/>
              <a:gd name="connsiteX2" fmla="*/ 3881888 w 3881888"/>
              <a:gd name="connsiteY2" fmla="*/ 6826727 h 7083902"/>
              <a:gd name="connsiteX3" fmla="*/ 0 w 3881888"/>
              <a:gd name="connsiteY3" fmla="*/ 7083902 h 7083902"/>
              <a:gd name="connsiteX4" fmla="*/ 0 w 3881888"/>
              <a:gd name="connsiteY4" fmla="*/ 6021390 h 7083902"/>
              <a:gd name="connsiteX5" fmla="*/ 846589 w 3881888"/>
              <a:gd name="connsiteY5" fmla="*/ 6021390 h 7083902"/>
              <a:gd name="connsiteX6" fmla="*/ 846589 w 3881888"/>
              <a:gd name="connsiteY6" fmla="*/ 1989142 h 7083902"/>
              <a:gd name="connsiteX7" fmla="*/ 0 w 3881888"/>
              <a:gd name="connsiteY7" fmla="*/ 1989142 h 7083902"/>
              <a:gd name="connsiteX8" fmla="*/ 0 w 3881888"/>
              <a:gd name="connsiteY8" fmla="*/ 0 h 7083902"/>
              <a:gd name="connsiteX0" fmla="*/ 0 w 3881888"/>
              <a:gd name="connsiteY0" fmla="*/ 0 h 7102952"/>
              <a:gd name="connsiteX1" fmla="*/ 3881888 w 3881888"/>
              <a:gd name="connsiteY1" fmla="*/ 0 h 7102952"/>
              <a:gd name="connsiteX2" fmla="*/ 3881888 w 3881888"/>
              <a:gd name="connsiteY2" fmla="*/ 7102952 h 7102952"/>
              <a:gd name="connsiteX3" fmla="*/ 0 w 3881888"/>
              <a:gd name="connsiteY3" fmla="*/ 7083902 h 7102952"/>
              <a:gd name="connsiteX4" fmla="*/ 0 w 3881888"/>
              <a:gd name="connsiteY4" fmla="*/ 6021390 h 7102952"/>
              <a:gd name="connsiteX5" fmla="*/ 846589 w 3881888"/>
              <a:gd name="connsiteY5" fmla="*/ 6021390 h 7102952"/>
              <a:gd name="connsiteX6" fmla="*/ 846589 w 3881888"/>
              <a:gd name="connsiteY6" fmla="*/ 1989142 h 7102952"/>
              <a:gd name="connsiteX7" fmla="*/ 0 w 3881888"/>
              <a:gd name="connsiteY7" fmla="*/ 1989142 h 7102952"/>
              <a:gd name="connsiteX8" fmla="*/ 0 w 3881888"/>
              <a:gd name="connsiteY8" fmla="*/ 0 h 7102952"/>
              <a:gd name="connsiteX0" fmla="*/ 0 w 3881888"/>
              <a:gd name="connsiteY0" fmla="*/ 0 h 7102952"/>
              <a:gd name="connsiteX1" fmla="*/ 3881888 w 3881888"/>
              <a:gd name="connsiteY1" fmla="*/ 0 h 7102952"/>
              <a:gd name="connsiteX2" fmla="*/ 3881888 w 3881888"/>
              <a:gd name="connsiteY2" fmla="*/ 7102952 h 7102952"/>
              <a:gd name="connsiteX3" fmla="*/ 0 w 3881888"/>
              <a:gd name="connsiteY3" fmla="*/ 7083902 h 7102952"/>
              <a:gd name="connsiteX4" fmla="*/ 0 w 3881888"/>
              <a:gd name="connsiteY4" fmla="*/ 6021390 h 7102952"/>
              <a:gd name="connsiteX5" fmla="*/ 846589 w 3881888"/>
              <a:gd name="connsiteY5" fmla="*/ 6021390 h 7102952"/>
              <a:gd name="connsiteX6" fmla="*/ 846589 w 3881888"/>
              <a:gd name="connsiteY6" fmla="*/ 1989142 h 7102952"/>
              <a:gd name="connsiteX7" fmla="*/ 0 w 3881888"/>
              <a:gd name="connsiteY7" fmla="*/ 1989142 h 7102952"/>
              <a:gd name="connsiteX8" fmla="*/ 0 w 3881888"/>
              <a:gd name="connsiteY8" fmla="*/ 0 h 7102952"/>
              <a:gd name="connsiteX0" fmla="*/ 0 w 3881888"/>
              <a:gd name="connsiteY0" fmla="*/ 0 h 7122002"/>
              <a:gd name="connsiteX1" fmla="*/ 3881888 w 3881888"/>
              <a:gd name="connsiteY1" fmla="*/ 0 h 7122002"/>
              <a:gd name="connsiteX2" fmla="*/ 3881888 w 3881888"/>
              <a:gd name="connsiteY2" fmla="*/ 7102952 h 7122002"/>
              <a:gd name="connsiteX3" fmla="*/ 0 w 3881888"/>
              <a:gd name="connsiteY3" fmla="*/ 7122002 h 7122002"/>
              <a:gd name="connsiteX4" fmla="*/ 0 w 3881888"/>
              <a:gd name="connsiteY4" fmla="*/ 6021390 h 7122002"/>
              <a:gd name="connsiteX5" fmla="*/ 846589 w 3881888"/>
              <a:gd name="connsiteY5" fmla="*/ 6021390 h 7122002"/>
              <a:gd name="connsiteX6" fmla="*/ 846589 w 3881888"/>
              <a:gd name="connsiteY6" fmla="*/ 1989142 h 7122002"/>
              <a:gd name="connsiteX7" fmla="*/ 0 w 3881888"/>
              <a:gd name="connsiteY7" fmla="*/ 1989142 h 7122002"/>
              <a:gd name="connsiteX8" fmla="*/ 0 w 3881888"/>
              <a:gd name="connsiteY8" fmla="*/ 0 h 7122002"/>
              <a:gd name="connsiteX0" fmla="*/ 0 w 3881888"/>
              <a:gd name="connsiteY0" fmla="*/ 0 h 7122002"/>
              <a:gd name="connsiteX1" fmla="*/ 3881888 w 3881888"/>
              <a:gd name="connsiteY1" fmla="*/ 0 h 7122002"/>
              <a:gd name="connsiteX2" fmla="*/ 3881888 w 3881888"/>
              <a:gd name="connsiteY2" fmla="*/ 7102952 h 7122002"/>
              <a:gd name="connsiteX3" fmla="*/ 0 w 3881888"/>
              <a:gd name="connsiteY3" fmla="*/ 7122002 h 7122002"/>
              <a:gd name="connsiteX4" fmla="*/ 0 w 3881888"/>
              <a:gd name="connsiteY4" fmla="*/ 6021390 h 7122002"/>
              <a:gd name="connsiteX5" fmla="*/ 846589 w 3881888"/>
              <a:gd name="connsiteY5" fmla="*/ 6021390 h 7122002"/>
              <a:gd name="connsiteX6" fmla="*/ 846589 w 3881888"/>
              <a:gd name="connsiteY6" fmla="*/ 1989142 h 7122002"/>
              <a:gd name="connsiteX7" fmla="*/ 0 w 3881888"/>
              <a:gd name="connsiteY7" fmla="*/ 1989142 h 7122002"/>
              <a:gd name="connsiteX8" fmla="*/ 0 w 3881888"/>
              <a:gd name="connsiteY8" fmla="*/ 0 h 7122002"/>
              <a:gd name="connsiteX0" fmla="*/ 0 w 3881888"/>
              <a:gd name="connsiteY0" fmla="*/ 0 h 7160102"/>
              <a:gd name="connsiteX1" fmla="*/ 3881888 w 3881888"/>
              <a:gd name="connsiteY1" fmla="*/ 0 h 7160102"/>
              <a:gd name="connsiteX2" fmla="*/ 3881888 w 3881888"/>
              <a:gd name="connsiteY2" fmla="*/ 7160102 h 7160102"/>
              <a:gd name="connsiteX3" fmla="*/ 0 w 3881888"/>
              <a:gd name="connsiteY3" fmla="*/ 7122002 h 7160102"/>
              <a:gd name="connsiteX4" fmla="*/ 0 w 3881888"/>
              <a:gd name="connsiteY4" fmla="*/ 6021390 h 7160102"/>
              <a:gd name="connsiteX5" fmla="*/ 846589 w 3881888"/>
              <a:gd name="connsiteY5" fmla="*/ 6021390 h 7160102"/>
              <a:gd name="connsiteX6" fmla="*/ 846589 w 3881888"/>
              <a:gd name="connsiteY6" fmla="*/ 1989142 h 7160102"/>
              <a:gd name="connsiteX7" fmla="*/ 0 w 3881888"/>
              <a:gd name="connsiteY7" fmla="*/ 1989142 h 7160102"/>
              <a:gd name="connsiteX8" fmla="*/ 0 w 3881888"/>
              <a:gd name="connsiteY8" fmla="*/ 0 h 7160102"/>
              <a:gd name="connsiteX0" fmla="*/ 0 w 3891413"/>
              <a:gd name="connsiteY0" fmla="*/ 0 h 7141052"/>
              <a:gd name="connsiteX1" fmla="*/ 3881888 w 3891413"/>
              <a:gd name="connsiteY1" fmla="*/ 0 h 7141052"/>
              <a:gd name="connsiteX2" fmla="*/ 3891413 w 3891413"/>
              <a:gd name="connsiteY2" fmla="*/ 7141052 h 7141052"/>
              <a:gd name="connsiteX3" fmla="*/ 0 w 3891413"/>
              <a:gd name="connsiteY3" fmla="*/ 7122002 h 7141052"/>
              <a:gd name="connsiteX4" fmla="*/ 0 w 3891413"/>
              <a:gd name="connsiteY4" fmla="*/ 6021390 h 7141052"/>
              <a:gd name="connsiteX5" fmla="*/ 846589 w 3891413"/>
              <a:gd name="connsiteY5" fmla="*/ 6021390 h 7141052"/>
              <a:gd name="connsiteX6" fmla="*/ 846589 w 3891413"/>
              <a:gd name="connsiteY6" fmla="*/ 1989142 h 7141052"/>
              <a:gd name="connsiteX7" fmla="*/ 0 w 3891413"/>
              <a:gd name="connsiteY7" fmla="*/ 1989142 h 7141052"/>
              <a:gd name="connsiteX8" fmla="*/ 0 w 3891413"/>
              <a:gd name="connsiteY8" fmla="*/ 0 h 7141052"/>
              <a:gd name="connsiteX0" fmla="*/ 0 w 3891413"/>
              <a:gd name="connsiteY0" fmla="*/ 190500 h 7141052"/>
              <a:gd name="connsiteX1" fmla="*/ 3881888 w 3891413"/>
              <a:gd name="connsiteY1" fmla="*/ 0 h 7141052"/>
              <a:gd name="connsiteX2" fmla="*/ 3891413 w 3891413"/>
              <a:gd name="connsiteY2" fmla="*/ 7141052 h 7141052"/>
              <a:gd name="connsiteX3" fmla="*/ 0 w 3891413"/>
              <a:gd name="connsiteY3" fmla="*/ 7122002 h 7141052"/>
              <a:gd name="connsiteX4" fmla="*/ 0 w 3891413"/>
              <a:gd name="connsiteY4" fmla="*/ 6021390 h 7141052"/>
              <a:gd name="connsiteX5" fmla="*/ 846589 w 3891413"/>
              <a:gd name="connsiteY5" fmla="*/ 6021390 h 7141052"/>
              <a:gd name="connsiteX6" fmla="*/ 846589 w 3891413"/>
              <a:gd name="connsiteY6" fmla="*/ 1989142 h 7141052"/>
              <a:gd name="connsiteX7" fmla="*/ 0 w 3891413"/>
              <a:gd name="connsiteY7" fmla="*/ 1989142 h 7141052"/>
              <a:gd name="connsiteX8" fmla="*/ 0 w 3891413"/>
              <a:gd name="connsiteY8" fmla="*/ 190500 h 7141052"/>
              <a:gd name="connsiteX0" fmla="*/ 0 w 3891413"/>
              <a:gd name="connsiteY0" fmla="*/ 0 h 6950552"/>
              <a:gd name="connsiteX1" fmla="*/ 3891413 w 3891413"/>
              <a:gd name="connsiteY1" fmla="*/ 38100 h 6950552"/>
              <a:gd name="connsiteX2" fmla="*/ 3891413 w 3891413"/>
              <a:gd name="connsiteY2" fmla="*/ 6950552 h 6950552"/>
              <a:gd name="connsiteX3" fmla="*/ 0 w 3891413"/>
              <a:gd name="connsiteY3" fmla="*/ 6931502 h 6950552"/>
              <a:gd name="connsiteX4" fmla="*/ 0 w 3891413"/>
              <a:gd name="connsiteY4" fmla="*/ 5830890 h 6950552"/>
              <a:gd name="connsiteX5" fmla="*/ 846589 w 3891413"/>
              <a:gd name="connsiteY5" fmla="*/ 5830890 h 6950552"/>
              <a:gd name="connsiteX6" fmla="*/ 846589 w 3891413"/>
              <a:gd name="connsiteY6" fmla="*/ 1798642 h 6950552"/>
              <a:gd name="connsiteX7" fmla="*/ 0 w 3891413"/>
              <a:gd name="connsiteY7" fmla="*/ 1798642 h 6950552"/>
              <a:gd name="connsiteX8" fmla="*/ 0 w 3891413"/>
              <a:gd name="connsiteY8" fmla="*/ 0 h 6950552"/>
              <a:gd name="connsiteX0" fmla="*/ 0 w 3910463"/>
              <a:gd name="connsiteY0" fmla="*/ 0 h 6950552"/>
              <a:gd name="connsiteX1" fmla="*/ 3910463 w 3910463"/>
              <a:gd name="connsiteY1" fmla="*/ 19050 h 6950552"/>
              <a:gd name="connsiteX2" fmla="*/ 3891413 w 3910463"/>
              <a:gd name="connsiteY2" fmla="*/ 6950552 h 6950552"/>
              <a:gd name="connsiteX3" fmla="*/ 0 w 3910463"/>
              <a:gd name="connsiteY3" fmla="*/ 6931502 h 6950552"/>
              <a:gd name="connsiteX4" fmla="*/ 0 w 3910463"/>
              <a:gd name="connsiteY4" fmla="*/ 5830890 h 6950552"/>
              <a:gd name="connsiteX5" fmla="*/ 846589 w 3910463"/>
              <a:gd name="connsiteY5" fmla="*/ 5830890 h 6950552"/>
              <a:gd name="connsiteX6" fmla="*/ 846589 w 3910463"/>
              <a:gd name="connsiteY6" fmla="*/ 1798642 h 6950552"/>
              <a:gd name="connsiteX7" fmla="*/ 0 w 3910463"/>
              <a:gd name="connsiteY7" fmla="*/ 1798642 h 6950552"/>
              <a:gd name="connsiteX8" fmla="*/ 0 w 3910463"/>
              <a:gd name="connsiteY8" fmla="*/ 0 h 6950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0463" h="6950552">
                <a:moveTo>
                  <a:pt x="0" y="0"/>
                </a:moveTo>
                <a:lnTo>
                  <a:pt x="3910463" y="19050"/>
                </a:lnTo>
                <a:lnTo>
                  <a:pt x="3891413" y="6950552"/>
                </a:lnTo>
                <a:lnTo>
                  <a:pt x="0" y="6931502"/>
                </a:lnTo>
                <a:lnTo>
                  <a:pt x="0" y="5830890"/>
                </a:lnTo>
                <a:lnTo>
                  <a:pt x="846589" y="5830890"/>
                </a:lnTo>
                <a:lnTo>
                  <a:pt x="846589" y="1798642"/>
                </a:lnTo>
                <a:lnTo>
                  <a:pt x="0" y="179864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240000" rIns="360000">
            <a:noAutofit/>
          </a:bodyPr>
          <a:lstStyle>
            <a:lvl1pPr algn="ctr"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09CA07-224A-8BEC-2CF8-CFAC569DC690}"/>
              </a:ext>
            </a:extLst>
          </p:cNvPr>
          <p:cNvSpPr/>
          <p:nvPr userDrawn="1"/>
        </p:nvSpPr>
        <p:spPr>
          <a:xfrm rot="16200000">
            <a:off x="394496" y="2240759"/>
            <a:ext cx="3995734" cy="3035297"/>
          </a:xfrm>
          <a:prstGeom prst="rect">
            <a:avLst/>
          </a:prstGeom>
          <a:gradFill>
            <a:gsLst>
              <a:gs pos="46990">
                <a:srgbClr val="CF022B"/>
              </a:gs>
              <a:gs pos="10000">
                <a:srgbClr val="8B1D82"/>
              </a:gs>
              <a:gs pos="0">
                <a:srgbClr val="4D1D82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13" name="Espace réservé du texte 33">
            <a:extLst>
              <a:ext uri="{FF2B5EF4-FFF2-40B4-BE49-F238E27FC236}">
                <a16:creationId xmlns:a16="http://schemas.microsoft.com/office/drawing/2014/main" id="{0D2820E7-224B-E68D-49FC-24FB0A6404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7163" y="2079873"/>
            <a:ext cx="2350398" cy="11079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200" b="1">
                <a:ln>
                  <a:solidFill>
                    <a:schemeClr val="bg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00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4A79236A-8CD9-AF37-8F0D-F3D3DC5E8CA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17163" y="3615163"/>
            <a:ext cx="2350398" cy="51610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BE634D7-BE7F-CD27-AFA2-9492F7FF0AC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81714" y="2238375"/>
            <a:ext cx="4310743" cy="3078163"/>
          </a:xfrm>
          <a:prstGeom prst="rect">
            <a:avLst/>
          </a:prstGeom>
        </p:spPr>
        <p:txBody>
          <a:bodyPr anchor="t"/>
          <a:lstStyle>
            <a:lvl1pPr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8BB519B7-9564-9264-CA7F-1E68593627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7235825" cy="470898"/>
          </a:xfrm>
        </p:spPr>
        <p:txBody>
          <a:bodyPr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23" name="Espace réservé du texte 13">
            <a:extLst>
              <a:ext uri="{FF2B5EF4-FFF2-40B4-BE49-F238E27FC236}">
                <a16:creationId xmlns:a16="http://schemas.microsoft.com/office/drawing/2014/main" id="{8F0CF9B6-7C4C-0A6C-3185-8497C5414CB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7235825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470226-4ABD-991A-E0E5-95582095523C}"/>
              </a:ext>
            </a:extLst>
          </p:cNvPr>
          <p:cNvSpPr/>
          <p:nvPr userDrawn="1"/>
        </p:nvSpPr>
        <p:spPr>
          <a:xfrm>
            <a:off x="0" y="6827024"/>
            <a:ext cx="12204000" cy="43200"/>
          </a:xfrm>
          <a:prstGeom prst="rect">
            <a:avLst/>
          </a:prstGeom>
          <a:gradFill>
            <a:gsLst>
              <a:gs pos="12000">
                <a:srgbClr val="8B1D82"/>
              </a:gs>
              <a:gs pos="0">
                <a:srgbClr val="4D1D82"/>
              </a:gs>
              <a:gs pos="29000">
                <a:srgbClr val="CF022B"/>
              </a:gs>
              <a:gs pos="100000">
                <a:srgbClr val="F07D00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909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23">
          <p15:clr>
            <a:srgbClr val="FBAE40"/>
          </p15:clr>
        </p15:guide>
        <p15:guide id="2" orient="horz" pos="432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inser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D5D5798B-A67C-FF29-4406-604EDB1E49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3259" y="1756860"/>
            <a:ext cx="3453450" cy="3999415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09CA07-224A-8BEC-2CF8-CFAC569DC690}"/>
              </a:ext>
            </a:extLst>
          </p:cNvPr>
          <p:cNvSpPr/>
          <p:nvPr userDrawn="1"/>
        </p:nvSpPr>
        <p:spPr>
          <a:xfrm rot="16200000">
            <a:off x="6800599" y="1469433"/>
            <a:ext cx="6908467" cy="3912436"/>
          </a:xfrm>
          <a:custGeom>
            <a:avLst/>
            <a:gdLst>
              <a:gd name="connsiteX0" fmla="*/ 0 w 6831111"/>
              <a:gd name="connsiteY0" fmla="*/ 0 h 3883861"/>
              <a:gd name="connsiteX1" fmla="*/ 6831111 w 6831111"/>
              <a:gd name="connsiteY1" fmla="*/ 0 h 3883861"/>
              <a:gd name="connsiteX2" fmla="*/ 6831111 w 6831111"/>
              <a:gd name="connsiteY2" fmla="*/ 3883861 h 3883861"/>
              <a:gd name="connsiteX3" fmla="*/ 0 w 6831111"/>
              <a:gd name="connsiteY3" fmla="*/ 3883861 h 3883861"/>
              <a:gd name="connsiteX4" fmla="*/ 0 w 6831111"/>
              <a:gd name="connsiteY4" fmla="*/ 0 h 3883861"/>
              <a:gd name="connsiteX0" fmla="*/ 0 w 6831111"/>
              <a:gd name="connsiteY0" fmla="*/ 9525 h 3893386"/>
              <a:gd name="connsiteX1" fmla="*/ 6592986 w 6831111"/>
              <a:gd name="connsiteY1" fmla="*/ 0 h 3893386"/>
              <a:gd name="connsiteX2" fmla="*/ 6831111 w 6831111"/>
              <a:gd name="connsiteY2" fmla="*/ 3893386 h 3893386"/>
              <a:gd name="connsiteX3" fmla="*/ 0 w 6831111"/>
              <a:gd name="connsiteY3" fmla="*/ 3893386 h 3893386"/>
              <a:gd name="connsiteX4" fmla="*/ 0 w 6831111"/>
              <a:gd name="connsiteY4" fmla="*/ 9525 h 3893386"/>
              <a:gd name="connsiteX0" fmla="*/ 0 w 6831111"/>
              <a:gd name="connsiteY0" fmla="*/ 0 h 3883861"/>
              <a:gd name="connsiteX1" fmla="*/ 6631089 w 6831111"/>
              <a:gd name="connsiteY1" fmla="*/ 3 h 3883861"/>
              <a:gd name="connsiteX2" fmla="*/ 6831111 w 6831111"/>
              <a:gd name="connsiteY2" fmla="*/ 3883861 h 3883861"/>
              <a:gd name="connsiteX3" fmla="*/ 0 w 6831111"/>
              <a:gd name="connsiteY3" fmla="*/ 3883861 h 3883861"/>
              <a:gd name="connsiteX4" fmla="*/ 0 w 6831111"/>
              <a:gd name="connsiteY4" fmla="*/ 0 h 3883861"/>
              <a:gd name="connsiteX0" fmla="*/ 0 w 6631089"/>
              <a:gd name="connsiteY0" fmla="*/ 0 h 3902911"/>
              <a:gd name="connsiteX1" fmla="*/ 6631089 w 6631089"/>
              <a:gd name="connsiteY1" fmla="*/ 3 h 3902911"/>
              <a:gd name="connsiteX2" fmla="*/ 6631086 w 6631089"/>
              <a:gd name="connsiteY2" fmla="*/ 3902911 h 3902911"/>
              <a:gd name="connsiteX3" fmla="*/ 0 w 6631089"/>
              <a:gd name="connsiteY3" fmla="*/ 3883861 h 3902911"/>
              <a:gd name="connsiteX4" fmla="*/ 0 w 6631089"/>
              <a:gd name="connsiteY4" fmla="*/ 0 h 3902911"/>
              <a:gd name="connsiteX0" fmla="*/ 0 w 6907314"/>
              <a:gd name="connsiteY0" fmla="*/ 0 h 3912436"/>
              <a:gd name="connsiteX1" fmla="*/ 6907314 w 6907314"/>
              <a:gd name="connsiteY1" fmla="*/ 9528 h 3912436"/>
              <a:gd name="connsiteX2" fmla="*/ 6907311 w 6907314"/>
              <a:gd name="connsiteY2" fmla="*/ 3912436 h 3912436"/>
              <a:gd name="connsiteX3" fmla="*/ 276225 w 6907314"/>
              <a:gd name="connsiteY3" fmla="*/ 3893386 h 3912436"/>
              <a:gd name="connsiteX4" fmla="*/ 0 w 6907314"/>
              <a:gd name="connsiteY4" fmla="*/ 0 h 3912436"/>
              <a:gd name="connsiteX0" fmla="*/ 19050 w 6926364"/>
              <a:gd name="connsiteY0" fmla="*/ 0 h 3912436"/>
              <a:gd name="connsiteX1" fmla="*/ 6926364 w 6926364"/>
              <a:gd name="connsiteY1" fmla="*/ 9528 h 3912436"/>
              <a:gd name="connsiteX2" fmla="*/ 6926361 w 6926364"/>
              <a:gd name="connsiteY2" fmla="*/ 3912436 h 3912436"/>
              <a:gd name="connsiteX3" fmla="*/ 0 w 6926364"/>
              <a:gd name="connsiteY3" fmla="*/ 3912436 h 3912436"/>
              <a:gd name="connsiteX4" fmla="*/ 19050 w 6926364"/>
              <a:gd name="connsiteY4" fmla="*/ 0 h 3912436"/>
              <a:gd name="connsiteX0" fmla="*/ 28575 w 6935889"/>
              <a:gd name="connsiteY0" fmla="*/ 0 h 3912436"/>
              <a:gd name="connsiteX1" fmla="*/ 6935889 w 6935889"/>
              <a:gd name="connsiteY1" fmla="*/ 9528 h 3912436"/>
              <a:gd name="connsiteX2" fmla="*/ 6935886 w 6935889"/>
              <a:gd name="connsiteY2" fmla="*/ 3912436 h 3912436"/>
              <a:gd name="connsiteX3" fmla="*/ 0 w 6935889"/>
              <a:gd name="connsiteY3" fmla="*/ 3902911 h 3912436"/>
              <a:gd name="connsiteX4" fmla="*/ 28575 w 6935889"/>
              <a:gd name="connsiteY4" fmla="*/ 0 h 3912436"/>
              <a:gd name="connsiteX0" fmla="*/ 47623 w 6954937"/>
              <a:gd name="connsiteY0" fmla="*/ 0 h 3912436"/>
              <a:gd name="connsiteX1" fmla="*/ 6954937 w 6954937"/>
              <a:gd name="connsiteY1" fmla="*/ 9528 h 3912436"/>
              <a:gd name="connsiteX2" fmla="*/ 6954934 w 6954937"/>
              <a:gd name="connsiteY2" fmla="*/ 3912436 h 3912436"/>
              <a:gd name="connsiteX3" fmla="*/ 0 w 6954937"/>
              <a:gd name="connsiteY3" fmla="*/ 3902911 h 3912436"/>
              <a:gd name="connsiteX4" fmla="*/ 47623 w 6954937"/>
              <a:gd name="connsiteY4" fmla="*/ 0 h 3912436"/>
              <a:gd name="connsiteX0" fmla="*/ 19045 w 6926359"/>
              <a:gd name="connsiteY0" fmla="*/ 0 h 3912436"/>
              <a:gd name="connsiteX1" fmla="*/ 6926359 w 6926359"/>
              <a:gd name="connsiteY1" fmla="*/ 9528 h 3912436"/>
              <a:gd name="connsiteX2" fmla="*/ 6926356 w 6926359"/>
              <a:gd name="connsiteY2" fmla="*/ 3912436 h 3912436"/>
              <a:gd name="connsiteX3" fmla="*/ 0 w 6926359"/>
              <a:gd name="connsiteY3" fmla="*/ 3912436 h 3912436"/>
              <a:gd name="connsiteX4" fmla="*/ 19045 w 6926359"/>
              <a:gd name="connsiteY4" fmla="*/ 0 h 3912436"/>
              <a:gd name="connsiteX0" fmla="*/ 1153 w 6908467"/>
              <a:gd name="connsiteY0" fmla="*/ 0 h 3912436"/>
              <a:gd name="connsiteX1" fmla="*/ 6908467 w 6908467"/>
              <a:gd name="connsiteY1" fmla="*/ 9528 h 3912436"/>
              <a:gd name="connsiteX2" fmla="*/ 6908464 w 6908467"/>
              <a:gd name="connsiteY2" fmla="*/ 3912436 h 3912436"/>
              <a:gd name="connsiteX3" fmla="*/ 10686 w 6908467"/>
              <a:gd name="connsiteY3" fmla="*/ 3912436 h 3912436"/>
              <a:gd name="connsiteX4" fmla="*/ 1153 w 6908467"/>
              <a:gd name="connsiteY4" fmla="*/ 0 h 3912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8467" h="3912436">
                <a:moveTo>
                  <a:pt x="1153" y="0"/>
                </a:moveTo>
                <a:lnTo>
                  <a:pt x="6908467" y="9528"/>
                </a:lnTo>
                <a:cubicBezTo>
                  <a:pt x="6908466" y="1310497"/>
                  <a:pt x="6908465" y="2611467"/>
                  <a:pt x="6908464" y="3912436"/>
                </a:cubicBezTo>
                <a:lnTo>
                  <a:pt x="10686" y="3912436"/>
                </a:lnTo>
                <a:cubicBezTo>
                  <a:pt x="17034" y="2608291"/>
                  <a:pt x="-5195" y="1304145"/>
                  <a:pt x="1153" y="0"/>
                </a:cubicBezTo>
                <a:close/>
              </a:path>
            </a:pathLst>
          </a:custGeom>
          <a:gradFill>
            <a:gsLst>
              <a:gs pos="46990">
                <a:srgbClr val="CF022B"/>
              </a:gs>
              <a:gs pos="10000">
                <a:srgbClr val="8B1D82"/>
              </a:gs>
              <a:gs pos="0">
                <a:srgbClr val="4D1D82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21" name="Espace réservé du texte 33">
            <a:extLst>
              <a:ext uri="{FF2B5EF4-FFF2-40B4-BE49-F238E27FC236}">
                <a16:creationId xmlns:a16="http://schemas.microsoft.com/office/drawing/2014/main" id="{458D2C96-B557-E000-964D-55EB123EB0B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449485" y="1760541"/>
            <a:ext cx="2350398" cy="11079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200" b="1">
                <a:ln>
                  <a:solidFill>
                    <a:schemeClr val="bg2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fr-FR"/>
              <a:t>00</a:t>
            </a:r>
          </a:p>
        </p:txBody>
      </p:sp>
      <p:sp>
        <p:nvSpPr>
          <p:cNvPr id="22" name="Espace réservé du texte 13">
            <a:extLst>
              <a:ext uri="{FF2B5EF4-FFF2-40B4-BE49-F238E27FC236}">
                <a16:creationId xmlns:a16="http://schemas.microsoft.com/office/drawing/2014/main" id="{B3B92A9E-02CE-AE12-9B09-49892809B63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49485" y="3295830"/>
            <a:ext cx="2010678" cy="45961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4" name="Espace réservé pour une image  5">
            <a:extLst>
              <a:ext uri="{FF2B5EF4-FFF2-40B4-BE49-F238E27FC236}">
                <a16:creationId xmlns:a16="http://schemas.microsoft.com/office/drawing/2014/main" id="{6C141DE6-16C3-0F31-9EA7-77DC00773DD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20280" y="1760538"/>
            <a:ext cx="4436419" cy="4032250"/>
          </a:xfrm>
          <a:prstGeom prst="rect">
            <a:avLst/>
          </a:prstGeom>
          <a:solidFill>
            <a:schemeClr val="bg1"/>
          </a:solidFill>
        </p:spPr>
        <p:txBody>
          <a:bodyPr lIns="360000" tIns="3240000" rIns="360000"/>
          <a:lstStyle>
            <a:lvl1pPr algn="ctr"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2F942B25-2D6E-EA6A-9472-A9E2D78DC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7235825" cy="470898"/>
          </a:xfrm>
        </p:spPr>
        <p:txBody>
          <a:bodyPr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6" name="Espace réservé du texte 13">
            <a:extLst>
              <a:ext uri="{FF2B5EF4-FFF2-40B4-BE49-F238E27FC236}">
                <a16:creationId xmlns:a16="http://schemas.microsoft.com/office/drawing/2014/main" id="{47CB9DA6-0F7D-F424-0CB2-0EF45236A15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7235825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5D22E045-CECE-CDBB-76A8-A7CEDCA0DFF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BD549F7-3B32-B2CB-56B8-FCF79097BE1A}"/>
              </a:ext>
            </a:extLst>
          </p:cNvPr>
          <p:cNvSpPr/>
          <p:nvPr userDrawn="1"/>
        </p:nvSpPr>
        <p:spPr>
          <a:xfrm>
            <a:off x="0" y="6827024"/>
            <a:ext cx="12204000" cy="43200"/>
          </a:xfrm>
          <a:prstGeom prst="rect">
            <a:avLst/>
          </a:prstGeom>
          <a:gradFill>
            <a:gsLst>
              <a:gs pos="12000">
                <a:srgbClr val="8B1D82"/>
              </a:gs>
              <a:gs pos="0">
                <a:srgbClr val="4D1D82"/>
              </a:gs>
              <a:gs pos="29000">
                <a:srgbClr val="CF022B"/>
              </a:gs>
              <a:gs pos="100000">
                <a:srgbClr val="F07D00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266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23">
          <p15:clr>
            <a:srgbClr val="FBAE40"/>
          </p15:clr>
        </p15:guide>
        <p15:guide id="2" orient="horz" pos="4320">
          <p15:clr>
            <a:srgbClr val="FBAE40"/>
          </p15:clr>
        </p15:guide>
        <p15:guide id="3" orient="horz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4DF937B3-FA6F-B3AE-6A17-4D2582C627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1058545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56E1A82C-9B6A-49AD-37CA-35D24A7B6B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10585450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83571487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909CA07-224A-8BEC-2CF8-CFAC569DC690}"/>
              </a:ext>
            </a:extLst>
          </p:cNvPr>
          <p:cNvSpPr/>
          <p:nvPr userDrawn="1"/>
        </p:nvSpPr>
        <p:spPr>
          <a:xfrm rot="16200000">
            <a:off x="4779707" y="-554296"/>
            <a:ext cx="2632588" cy="12192003"/>
          </a:xfrm>
          <a:prstGeom prst="rect">
            <a:avLst/>
          </a:prstGeom>
          <a:gradFill>
            <a:gsLst>
              <a:gs pos="46990">
                <a:srgbClr val="CF022B"/>
              </a:gs>
              <a:gs pos="10000">
                <a:srgbClr val="8B1D82"/>
              </a:gs>
              <a:gs pos="0">
                <a:srgbClr val="4D1D82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1BD4E0B-AB83-62AB-EB94-3E93FFF11D6F}"/>
              </a:ext>
            </a:extLst>
          </p:cNvPr>
          <p:cNvSpPr/>
          <p:nvPr userDrawn="1"/>
        </p:nvSpPr>
        <p:spPr>
          <a:xfrm>
            <a:off x="874714" y="1729362"/>
            <a:ext cx="2876110" cy="4026913"/>
          </a:xfrm>
          <a:prstGeom prst="roundRect">
            <a:avLst>
              <a:gd name="adj" fmla="val 5601"/>
            </a:avLst>
          </a:prstGeom>
          <a:solidFill>
            <a:schemeClr val="bg2"/>
          </a:solidFill>
          <a:ln w="3175">
            <a:noFill/>
          </a:ln>
          <a:effectLst>
            <a:outerShdw blurRad="38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526BF47-9389-9DE7-C4F3-CDB7A7F17860}"/>
              </a:ext>
            </a:extLst>
          </p:cNvPr>
          <p:cNvSpPr/>
          <p:nvPr userDrawn="1"/>
        </p:nvSpPr>
        <p:spPr>
          <a:xfrm>
            <a:off x="4657947" y="1729362"/>
            <a:ext cx="2876110" cy="4026913"/>
          </a:xfrm>
          <a:prstGeom prst="roundRect">
            <a:avLst>
              <a:gd name="adj" fmla="val 5601"/>
            </a:avLst>
          </a:prstGeom>
          <a:solidFill>
            <a:schemeClr val="bg2"/>
          </a:solidFill>
          <a:ln w="3175">
            <a:noFill/>
          </a:ln>
          <a:effectLst>
            <a:outerShdw blurRad="38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48D952F9-B521-65BC-7D21-88E3798E63F1}"/>
              </a:ext>
            </a:extLst>
          </p:cNvPr>
          <p:cNvSpPr/>
          <p:nvPr userDrawn="1"/>
        </p:nvSpPr>
        <p:spPr>
          <a:xfrm>
            <a:off x="8441178" y="1729362"/>
            <a:ext cx="2876110" cy="4026913"/>
          </a:xfrm>
          <a:prstGeom prst="roundRect">
            <a:avLst>
              <a:gd name="adj" fmla="val 5601"/>
            </a:avLst>
          </a:prstGeom>
          <a:solidFill>
            <a:schemeClr val="bg2"/>
          </a:solidFill>
          <a:ln w="3175">
            <a:noFill/>
          </a:ln>
          <a:effectLst>
            <a:outerShdw blurRad="38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7" name="Espace réservé du texte 33">
            <a:extLst>
              <a:ext uri="{FF2B5EF4-FFF2-40B4-BE49-F238E27FC236}">
                <a16:creationId xmlns:a16="http://schemas.microsoft.com/office/drawing/2014/main" id="{55A6E957-8B00-164D-F5DD-25044A5BB9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94485" y="2220143"/>
            <a:ext cx="2236568" cy="10156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b="1">
                <a:ln>
                  <a:noFill/>
                </a:ln>
                <a:gradFill>
                  <a:gsLst>
                    <a:gs pos="14000">
                      <a:srgbClr val="8B1D82"/>
                    </a:gs>
                    <a:gs pos="0">
                      <a:srgbClr val="4D1D82"/>
                    </a:gs>
                    <a:gs pos="5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</a:gradFill>
                <a:latin typeface="+mj-lt"/>
              </a:defRPr>
            </a:lvl1pPr>
          </a:lstStyle>
          <a:p>
            <a:pPr lvl="0"/>
            <a:r>
              <a:rPr lang="fr-FR"/>
              <a:t>99%</a:t>
            </a:r>
            <a:endParaRPr lang="en-US"/>
          </a:p>
        </p:txBody>
      </p:sp>
      <p:sp>
        <p:nvSpPr>
          <p:cNvPr id="28" name="Espace réservé du texte 13">
            <a:extLst>
              <a:ext uri="{FF2B5EF4-FFF2-40B4-BE49-F238E27FC236}">
                <a16:creationId xmlns:a16="http://schemas.microsoft.com/office/drawing/2014/main" id="{1654E7CD-E938-87E1-6ECB-70B420A800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94486" y="3483783"/>
            <a:ext cx="2236568" cy="22262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noProof="0"/>
              <a:t>Sous-titre</a:t>
            </a:r>
          </a:p>
        </p:txBody>
      </p:sp>
      <p:sp>
        <p:nvSpPr>
          <p:cNvPr id="30" name="Espace réservé du texte 33">
            <a:extLst>
              <a:ext uri="{FF2B5EF4-FFF2-40B4-BE49-F238E27FC236}">
                <a16:creationId xmlns:a16="http://schemas.microsoft.com/office/drawing/2014/main" id="{A92E9087-C8B7-EA7E-0815-A9571D22FE3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977716" y="2220143"/>
            <a:ext cx="2236568" cy="10156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b="1">
                <a:ln>
                  <a:noFill/>
                </a:ln>
                <a:gradFill>
                  <a:gsLst>
                    <a:gs pos="14000">
                      <a:srgbClr val="8B1D82"/>
                    </a:gs>
                    <a:gs pos="0">
                      <a:srgbClr val="4D1D82"/>
                    </a:gs>
                    <a:gs pos="5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</a:gradFill>
                <a:latin typeface="+mj-lt"/>
              </a:defRPr>
            </a:lvl1pPr>
          </a:lstStyle>
          <a:p>
            <a:pPr lvl="0"/>
            <a:r>
              <a:rPr lang="fr-FR"/>
              <a:t>99%</a:t>
            </a:r>
            <a:endParaRPr lang="en-US"/>
          </a:p>
        </p:txBody>
      </p:sp>
      <p:sp>
        <p:nvSpPr>
          <p:cNvPr id="31" name="Espace réservé du texte 13">
            <a:extLst>
              <a:ext uri="{FF2B5EF4-FFF2-40B4-BE49-F238E27FC236}">
                <a16:creationId xmlns:a16="http://schemas.microsoft.com/office/drawing/2014/main" id="{BD46B24D-6BFB-59B1-4A47-2D251B60CBC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77717" y="3483783"/>
            <a:ext cx="2236568" cy="2226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noProof="0"/>
              <a:t>Sous-titre</a:t>
            </a:r>
          </a:p>
        </p:txBody>
      </p:sp>
      <p:sp>
        <p:nvSpPr>
          <p:cNvPr id="33" name="Espace réservé du texte 33">
            <a:extLst>
              <a:ext uri="{FF2B5EF4-FFF2-40B4-BE49-F238E27FC236}">
                <a16:creationId xmlns:a16="http://schemas.microsoft.com/office/drawing/2014/main" id="{3A9F4556-2C55-FF17-453A-BCF76DAA84F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60946" y="2217526"/>
            <a:ext cx="2236568" cy="10156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b="1">
                <a:ln>
                  <a:noFill/>
                </a:ln>
                <a:gradFill>
                  <a:gsLst>
                    <a:gs pos="14000">
                      <a:srgbClr val="8B1D82"/>
                    </a:gs>
                    <a:gs pos="0">
                      <a:srgbClr val="4D1D82"/>
                    </a:gs>
                    <a:gs pos="5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</a:gradFill>
                <a:latin typeface="+mj-lt"/>
              </a:defRPr>
            </a:lvl1pPr>
          </a:lstStyle>
          <a:p>
            <a:pPr lvl="0"/>
            <a:r>
              <a:rPr lang="fr-FR"/>
              <a:t>99%</a:t>
            </a:r>
            <a:endParaRPr lang="en-US"/>
          </a:p>
        </p:txBody>
      </p:sp>
      <p:sp>
        <p:nvSpPr>
          <p:cNvPr id="34" name="Espace réservé du texte 13">
            <a:extLst>
              <a:ext uri="{FF2B5EF4-FFF2-40B4-BE49-F238E27FC236}">
                <a16:creationId xmlns:a16="http://schemas.microsoft.com/office/drawing/2014/main" id="{B79BB0E5-28F8-6394-BC37-818F4D24B7E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60947" y="3481166"/>
            <a:ext cx="2236568" cy="2226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noProof="0"/>
              <a:t>Sous-titre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65D216C-11E7-07FD-EF7B-DC7BBC672097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>
                <a:solidFill>
                  <a:schemeClr val="bg2"/>
                </a:solidFill>
              </a:rPr>
              <a:t>‹#›</a:t>
            </a:fld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5BB84E5E-0FF1-2A1C-1947-EAEDA154AE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94485" y="3797823"/>
            <a:ext cx="2236568" cy="1657772"/>
          </a:xfrm>
        </p:spPr>
        <p:txBody>
          <a:bodyPr anchor="t"/>
          <a:lstStyle/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077B027B-DB2F-DA50-CFE0-6FDCE987D8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977716" y="3797823"/>
            <a:ext cx="2236568" cy="1657772"/>
          </a:xfrm>
        </p:spPr>
        <p:txBody>
          <a:bodyPr anchor="t"/>
          <a:lstStyle/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4635A300-B1A7-6CA6-723B-87AD080E8F2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760946" y="3797823"/>
            <a:ext cx="2236568" cy="1657772"/>
          </a:xfrm>
        </p:spPr>
        <p:txBody>
          <a:bodyPr anchor="t"/>
          <a:lstStyle/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18D13258-7A0D-3F72-9256-101053025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1058545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9" name="Espace réservé du texte 13">
            <a:extLst>
              <a:ext uri="{FF2B5EF4-FFF2-40B4-BE49-F238E27FC236}">
                <a16:creationId xmlns:a16="http://schemas.microsoft.com/office/drawing/2014/main" id="{3D2BD9C8-A7F9-2A2E-B49E-B55172F733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10585450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D23DC444-F46F-CAE0-17CB-3D176EE0BED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52013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909CA07-224A-8BEC-2CF8-CFAC569DC690}"/>
              </a:ext>
            </a:extLst>
          </p:cNvPr>
          <p:cNvSpPr/>
          <p:nvPr userDrawn="1"/>
        </p:nvSpPr>
        <p:spPr>
          <a:xfrm rot="16200000">
            <a:off x="4779703" y="-554296"/>
            <a:ext cx="2632588" cy="12192003"/>
          </a:xfrm>
          <a:prstGeom prst="rect">
            <a:avLst/>
          </a:prstGeom>
          <a:gradFill>
            <a:gsLst>
              <a:gs pos="46990">
                <a:srgbClr val="CF022B"/>
              </a:gs>
              <a:gs pos="10000">
                <a:srgbClr val="8B1D82"/>
              </a:gs>
              <a:gs pos="0">
                <a:srgbClr val="4D1D82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1BD4E0B-AB83-62AB-EB94-3E93FFF11D6F}"/>
              </a:ext>
            </a:extLst>
          </p:cNvPr>
          <p:cNvSpPr/>
          <p:nvPr userDrawn="1"/>
        </p:nvSpPr>
        <p:spPr>
          <a:xfrm>
            <a:off x="874714" y="1729362"/>
            <a:ext cx="2417126" cy="4026913"/>
          </a:xfrm>
          <a:prstGeom prst="roundRect">
            <a:avLst>
              <a:gd name="adj" fmla="val 5601"/>
            </a:avLst>
          </a:prstGeom>
          <a:solidFill>
            <a:schemeClr val="bg2"/>
          </a:solidFill>
          <a:ln w="3175">
            <a:noFill/>
          </a:ln>
          <a:effectLst>
            <a:outerShdw blurRad="38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526BF47-9389-9DE7-C4F3-CDB7A7F17860}"/>
              </a:ext>
            </a:extLst>
          </p:cNvPr>
          <p:cNvSpPr/>
          <p:nvPr userDrawn="1"/>
        </p:nvSpPr>
        <p:spPr>
          <a:xfrm>
            <a:off x="3549863" y="1729362"/>
            <a:ext cx="2417126" cy="4026913"/>
          </a:xfrm>
          <a:prstGeom prst="roundRect">
            <a:avLst>
              <a:gd name="adj" fmla="val 5601"/>
            </a:avLst>
          </a:prstGeom>
          <a:solidFill>
            <a:schemeClr val="bg2"/>
          </a:solidFill>
          <a:ln w="3175">
            <a:noFill/>
          </a:ln>
          <a:effectLst>
            <a:outerShdw blurRad="38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48D952F9-B521-65BC-7D21-88E3798E63F1}"/>
              </a:ext>
            </a:extLst>
          </p:cNvPr>
          <p:cNvSpPr/>
          <p:nvPr userDrawn="1"/>
        </p:nvSpPr>
        <p:spPr>
          <a:xfrm>
            <a:off x="6225012" y="1729362"/>
            <a:ext cx="2417126" cy="4026913"/>
          </a:xfrm>
          <a:prstGeom prst="roundRect">
            <a:avLst>
              <a:gd name="adj" fmla="val 5601"/>
            </a:avLst>
          </a:prstGeom>
          <a:solidFill>
            <a:schemeClr val="bg2"/>
          </a:solidFill>
          <a:ln w="3175">
            <a:noFill/>
          </a:ln>
          <a:effectLst>
            <a:outerShdw blurRad="38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65D216C-11E7-07FD-EF7B-DC7BBC672097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>
                <a:solidFill>
                  <a:schemeClr val="bg2"/>
                </a:solidFill>
              </a:rPr>
              <a:t>‹#›</a:t>
            </a:fld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6B7859C-1FBA-2FDC-BADC-7B264B6DA683}"/>
              </a:ext>
            </a:extLst>
          </p:cNvPr>
          <p:cNvSpPr/>
          <p:nvPr userDrawn="1"/>
        </p:nvSpPr>
        <p:spPr>
          <a:xfrm>
            <a:off x="8900162" y="1729362"/>
            <a:ext cx="2417126" cy="4026913"/>
          </a:xfrm>
          <a:prstGeom prst="roundRect">
            <a:avLst>
              <a:gd name="adj" fmla="val 5601"/>
            </a:avLst>
          </a:prstGeom>
          <a:solidFill>
            <a:schemeClr val="bg2"/>
          </a:solidFill>
          <a:ln w="3175">
            <a:noFill/>
          </a:ln>
          <a:effectLst>
            <a:outerShdw blurRad="38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18D13258-7A0D-3F72-9256-101053025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10585448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9" name="Espace réservé du texte 13">
            <a:extLst>
              <a:ext uri="{FF2B5EF4-FFF2-40B4-BE49-F238E27FC236}">
                <a16:creationId xmlns:a16="http://schemas.microsoft.com/office/drawing/2014/main" id="{3D2BD9C8-A7F9-2A2E-B49E-B55172F733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10585448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  <p:sp>
        <p:nvSpPr>
          <p:cNvPr id="27" name="Espace réservé du texte 33">
            <a:extLst>
              <a:ext uri="{FF2B5EF4-FFF2-40B4-BE49-F238E27FC236}">
                <a16:creationId xmlns:a16="http://schemas.microsoft.com/office/drawing/2014/main" id="{55A6E957-8B00-164D-F5DD-25044A5BB9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43455" y="2220143"/>
            <a:ext cx="1879645" cy="830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="1">
                <a:ln>
                  <a:noFill/>
                </a:ln>
                <a:gradFill>
                  <a:gsLst>
                    <a:gs pos="14000">
                      <a:srgbClr val="8B1D82"/>
                    </a:gs>
                    <a:gs pos="0">
                      <a:srgbClr val="4D1D82"/>
                    </a:gs>
                    <a:gs pos="5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</a:gradFill>
                <a:latin typeface="+mj-lt"/>
              </a:defRPr>
            </a:lvl1pPr>
          </a:lstStyle>
          <a:p>
            <a:pPr lvl="0"/>
            <a:r>
              <a:rPr lang="fr-FR"/>
              <a:t>99%</a:t>
            </a:r>
            <a:endParaRPr lang="en-US"/>
          </a:p>
        </p:txBody>
      </p:sp>
      <p:sp>
        <p:nvSpPr>
          <p:cNvPr id="28" name="Espace réservé du texte 13">
            <a:extLst>
              <a:ext uri="{FF2B5EF4-FFF2-40B4-BE49-F238E27FC236}">
                <a16:creationId xmlns:a16="http://schemas.microsoft.com/office/drawing/2014/main" id="{1654E7CD-E938-87E1-6ECB-70B420A800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3455" y="3302506"/>
            <a:ext cx="1879645" cy="22262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noProof="0"/>
              <a:t>Sous-titre</a:t>
            </a:r>
          </a:p>
        </p:txBody>
      </p:sp>
      <p:sp>
        <p:nvSpPr>
          <p:cNvPr id="30" name="Espace réservé du texte 33">
            <a:extLst>
              <a:ext uri="{FF2B5EF4-FFF2-40B4-BE49-F238E27FC236}">
                <a16:creationId xmlns:a16="http://schemas.microsoft.com/office/drawing/2014/main" id="{A92E9087-C8B7-EA7E-0815-A9571D22FE3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18604" y="2220143"/>
            <a:ext cx="1879645" cy="830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="1">
                <a:ln>
                  <a:noFill/>
                </a:ln>
                <a:gradFill>
                  <a:gsLst>
                    <a:gs pos="14000">
                      <a:srgbClr val="8B1D82"/>
                    </a:gs>
                    <a:gs pos="0">
                      <a:srgbClr val="4D1D82"/>
                    </a:gs>
                    <a:gs pos="5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</a:gradFill>
                <a:latin typeface="+mj-lt"/>
              </a:defRPr>
            </a:lvl1pPr>
          </a:lstStyle>
          <a:p>
            <a:pPr lvl="0"/>
            <a:r>
              <a:rPr lang="fr-FR"/>
              <a:t>99%</a:t>
            </a:r>
            <a:endParaRPr lang="en-US"/>
          </a:p>
        </p:txBody>
      </p:sp>
      <p:sp>
        <p:nvSpPr>
          <p:cNvPr id="31" name="Espace réservé du texte 13">
            <a:extLst>
              <a:ext uri="{FF2B5EF4-FFF2-40B4-BE49-F238E27FC236}">
                <a16:creationId xmlns:a16="http://schemas.microsoft.com/office/drawing/2014/main" id="{BD46B24D-6BFB-59B1-4A47-2D251B60CBC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18604" y="3302506"/>
            <a:ext cx="1879645" cy="2226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noProof="0"/>
              <a:t>Sous-titre</a:t>
            </a:r>
          </a:p>
        </p:txBody>
      </p:sp>
      <p:sp>
        <p:nvSpPr>
          <p:cNvPr id="33" name="Espace réservé du texte 33">
            <a:extLst>
              <a:ext uri="{FF2B5EF4-FFF2-40B4-BE49-F238E27FC236}">
                <a16:creationId xmlns:a16="http://schemas.microsoft.com/office/drawing/2014/main" id="{3A9F4556-2C55-FF17-453A-BCF76DAA84F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493753" y="2217526"/>
            <a:ext cx="1879645" cy="830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="1">
                <a:ln>
                  <a:noFill/>
                </a:ln>
                <a:gradFill>
                  <a:gsLst>
                    <a:gs pos="14000">
                      <a:srgbClr val="8B1D82"/>
                    </a:gs>
                    <a:gs pos="0">
                      <a:srgbClr val="4D1D82"/>
                    </a:gs>
                    <a:gs pos="5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</a:gradFill>
                <a:latin typeface="+mj-lt"/>
              </a:defRPr>
            </a:lvl1pPr>
          </a:lstStyle>
          <a:p>
            <a:pPr lvl="0"/>
            <a:r>
              <a:rPr lang="fr-FR"/>
              <a:t>99%</a:t>
            </a:r>
            <a:endParaRPr lang="en-US"/>
          </a:p>
        </p:txBody>
      </p:sp>
      <p:sp>
        <p:nvSpPr>
          <p:cNvPr id="34" name="Espace réservé du texte 13">
            <a:extLst>
              <a:ext uri="{FF2B5EF4-FFF2-40B4-BE49-F238E27FC236}">
                <a16:creationId xmlns:a16="http://schemas.microsoft.com/office/drawing/2014/main" id="{B79BB0E5-28F8-6394-BC37-818F4D24B7E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93753" y="3299889"/>
            <a:ext cx="1879645" cy="2226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noProof="0"/>
              <a:t>Sous-titre</a:t>
            </a:r>
          </a:p>
        </p:txBody>
      </p:sp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5BB84E5E-0FF1-2A1C-1947-EAEDA154AE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3455" y="3616546"/>
            <a:ext cx="1879645" cy="1850502"/>
          </a:xfrm>
        </p:spPr>
        <p:txBody>
          <a:bodyPr anchor="t"/>
          <a:lstStyle/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077B027B-DB2F-DA50-CFE0-6FDCE987D8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18604" y="3616546"/>
            <a:ext cx="1879645" cy="1850502"/>
          </a:xfrm>
        </p:spPr>
        <p:txBody>
          <a:bodyPr anchor="t"/>
          <a:lstStyle/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4635A300-B1A7-6CA6-723B-87AD080E8F2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93753" y="3616546"/>
            <a:ext cx="1879645" cy="1850502"/>
          </a:xfrm>
        </p:spPr>
        <p:txBody>
          <a:bodyPr anchor="t"/>
          <a:lstStyle/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11" name="Espace réservé du texte 33">
            <a:extLst>
              <a:ext uri="{FF2B5EF4-FFF2-40B4-BE49-F238E27FC236}">
                <a16:creationId xmlns:a16="http://schemas.microsoft.com/office/drawing/2014/main" id="{1FF1DD5C-474F-BEE4-6470-81DD7B1056D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68903" y="2217090"/>
            <a:ext cx="1879645" cy="830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="1">
                <a:ln>
                  <a:noFill/>
                </a:ln>
                <a:gradFill>
                  <a:gsLst>
                    <a:gs pos="14000">
                      <a:srgbClr val="8B1D82"/>
                    </a:gs>
                    <a:gs pos="0">
                      <a:srgbClr val="4D1D82"/>
                    </a:gs>
                    <a:gs pos="5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</a:gradFill>
                <a:latin typeface="+mj-lt"/>
              </a:defRPr>
            </a:lvl1pPr>
          </a:lstStyle>
          <a:p>
            <a:pPr lvl="0"/>
            <a:r>
              <a:rPr lang="fr-FR"/>
              <a:t>99%</a:t>
            </a:r>
            <a:endParaRPr lang="en-US"/>
          </a:p>
        </p:txBody>
      </p:sp>
      <p:sp>
        <p:nvSpPr>
          <p:cNvPr id="12" name="Espace réservé du texte 13">
            <a:extLst>
              <a:ext uri="{FF2B5EF4-FFF2-40B4-BE49-F238E27FC236}">
                <a16:creationId xmlns:a16="http://schemas.microsoft.com/office/drawing/2014/main" id="{66954ED7-94AD-49FA-5BCF-2799D617DFA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68903" y="3299453"/>
            <a:ext cx="1879645" cy="2226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noProof="0"/>
              <a:t>Sous-titre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1520BBC9-0C32-4CB1-5B5C-A902B7DB4FD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68903" y="3616110"/>
            <a:ext cx="1879645" cy="1850502"/>
          </a:xfrm>
        </p:spPr>
        <p:txBody>
          <a:bodyPr anchor="t"/>
          <a:lstStyle/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3BDFE4E5-43FE-CA45-4998-836CC99C278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5496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pour une image  14">
            <a:extLst>
              <a:ext uri="{FF2B5EF4-FFF2-40B4-BE49-F238E27FC236}">
                <a16:creationId xmlns:a16="http://schemas.microsoft.com/office/drawing/2014/main" id="{F7BB3412-61E7-8C53-EAEF-73566D030B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55607" y="0"/>
            <a:ext cx="7548393" cy="6827024"/>
          </a:xfrm>
          <a:custGeom>
            <a:avLst/>
            <a:gdLst>
              <a:gd name="connsiteX0" fmla="*/ 1125785 w 7548393"/>
              <a:gd name="connsiteY0" fmla="*/ 3395671 h 6827024"/>
              <a:gd name="connsiteX1" fmla="*/ 935116 w 7548393"/>
              <a:gd name="connsiteY1" fmla="*/ 3586340 h 6827024"/>
              <a:gd name="connsiteX2" fmla="*/ 935116 w 7548393"/>
              <a:gd name="connsiteY2" fmla="*/ 5794206 h 6827024"/>
              <a:gd name="connsiteX3" fmla="*/ 1125785 w 7548393"/>
              <a:gd name="connsiteY3" fmla="*/ 5984875 h 6827024"/>
              <a:gd name="connsiteX4" fmla="*/ 3386250 w 7548393"/>
              <a:gd name="connsiteY4" fmla="*/ 5984875 h 6827024"/>
              <a:gd name="connsiteX5" fmla="*/ 3576919 w 7548393"/>
              <a:gd name="connsiteY5" fmla="*/ 5794206 h 6827024"/>
              <a:gd name="connsiteX6" fmla="*/ 3576919 w 7548393"/>
              <a:gd name="connsiteY6" fmla="*/ 3586340 h 6827024"/>
              <a:gd name="connsiteX7" fmla="*/ 3386250 w 7548393"/>
              <a:gd name="connsiteY7" fmla="*/ 3395671 h 6827024"/>
              <a:gd name="connsiteX8" fmla="*/ 4162145 w 7548393"/>
              <a:gd name="connsiteY8" fmla="*/ 3395671 h 6827024"/>
              <a:gd name="connsiteX9" fmla="*/ 3971477 w 7548393"/>
              <a:gd name="connsiteY9" fmla="*/ 3586340 h 6827024"/>
              <a:gd name="connsiteX10" fmla="*/ 3971477 w 7548393"/>
              <a:gd name="connsiteY10" fmla="*/ 5794206 h 6827024"/>
              <a:gd name="connsiteX11" fmla="*/ 4162145 w 7548393"/>
              <a:gd name="connsiteY11" fmla="*/ 5984875 h 6827024"/>
              <a:gd name="connsiteX12" fmla="*/ 6422611 w 7548393"/>
              <a:gd name="connsiteY12" fmla="*/ 5984875 h 6827024"/>
              <a:gd name="connsiteX13" fmla="*/ 6613279 w 7548393"/>
              <a:gd name="connsiteY13" fmla="*/ 5794206 h 6827024"/>
              <a:gd name="connsiteX14" fmla="*/ 6613279 w 7548393"/>
              <a:gd name="connsiteY14" fmla="*/ 3586340 h 6827024"/>
              <a:gd name="connsiteX15" fmla="*/ 6422611 w 7548393"/>
              <a:gd name="connsiteY15" fmla="*/ 3395671 h 6827024"/>
              <a:gd name="connsiteX16" fmla="*/ 4162145 w 7548393"/>
              <a:gd name="connsiteY16" fmla="*/ 404813 h 6827024"/>
              <a:gd name="connsiteX17" fmla="*/ 3971477 w 7548393"/>
              <a:gd name="connsiteY17" fmla="*/ 595482 h 6827024"/>
              <a:gd name="connsiteX18" fmla="*/ 3971477 w 7548393"/>
              <a:gd name="connsiteY18" fmla="*/ 2803348 h 6827024"/>
              <a:gd name="connsiteX19" fmla="*/ 4162145 w 7548393"/>
              <a:gd name="connsiteY19" fmla="*/ 2994017 h 6827024"/>
              <a:gd name="connsiteX20" fmla="*/ 6422611 w 7548393"/>
              <a:gd name="connsiteY20" fmla="*/ 2994017 h 6827024"/>
              <a:gd name="connsiteX21" fmla="*/ 6613279 w 7548393"/>
              <a:gd name="connsiteY21" fmla="*/ 2803348 h 6827024"/>
              <a:gd name="connsiteX22" fmla="*/ 6613279 w 7548393"/>
              <a:gd name="connsiteY22" fmla="*/ 595482 h 6827024"/>
              <a:gd name="connsiteX23" fmla="*/ 6422611 w 7548393"/>
              <a:gd name="connsiteY23" fmla="*/ 404813 h 6827024"/>
              <a:gd name="connsiteX24" fmla="*/ 1125784 w 7548393"/>
              <a:gd name="connsiteY24" fmla="*/ 404813 h 6827024"/>
              <a:gd name="connsiteX25" fmla="*/ 935115 w 7548393"/>
              <a:gd name="connsiteY25" fmla="*/ 595482 h 6827024"/>
              <a:gd name="connsiteX26" fmla="*/ 935115 w 7548393"/>
              <a:gd name="connsiteY26" fmla="*/ 2803348 h 6827024"/>
              <a:gd name="connsiteX27" fmla="*/ 1125784 w 7548393"/>
              <a:gd name="connsiteY27" fmla="*/ 2994017 h 6827024"/>
              <a:gd name="connsiteX28" fmla="*/ 3386249 w 7548393"/>
              <a:gd name="connsiteY28" fmla="*/ 2994017 h 6827024"/>
              <a:gd name="connsiteX29" fmla="*/ 3576918 w 7548393"/>
              <a:gd name="connsiteY29" fmla="*/ 2803348 h 6827024"/>
              <a:gd name="connsiteX30" fmla="*/ 3576918 w 7548393"/>
              <a:gd name="connsiteY30" fmla="*/ 595482 h 6827024"/>
              <a:gd name="connsiteX31" fmla="*/ 3386249 w 7548393"/>
              <a:gd name="connsiteY31" fmla="*/ 404813 h 6827024"/>
              <a:gd name="connsiteX32" fmla="*/ 0 w 7548393"/>
              <a:gd name="connsiteY32" fmla="*/ 0 h 6827024"/>
              <a:gd name="connsiteX33" fmla="*/ 7548393 w 7548393"/>
              <a:gd name="connsiteY33" fmla="*/ 0 h 6827024"/>
              <a:gd name="connsiteX34" fmla="*/ 7548393 w 7548393"/>
              <a:gd name="connsiteY34" fmla="*/ 6827024 h 6827024"/>
              <a:gd name="connsiteX35" fmla="*/ 0 w 7548393"/>
              <a:gd name="connsiteY35" fmla="*/ 6827024 h 6827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7548393" h="6827024">
                <a:moveTo>
                  <a:pt x="1125785" y="3395671"/>
                </a:moveTo>
                <a:cubicBezTo>
                  <a:pt x="1020481" y="3395671"/>
                  <a:pt x="935116" y="3481036"/>
                  <a:pt x="935116" y="3586340"/>
                </a:cubicBezTo>
                <a:lnTo>
                  <a:pt x="935116" y="5794206"/>
                </a:lnTo>
                <a:cubicBezTo>
                  <a:pt x="935116" y="5899510"/>
                  <a:pt x="1020481" y="5984875"/>
                  <a:pt x="1125785" y="5984875"/>
                </a:cubicBezTo>
                <a:lnTo>
                  <a:pt x="3386250" y="5984875"/>
                </a:lnTo>
                <a:cubicBezTo>
                  <a:pt x="3491554" y="5984875"/>
                  <a:pt x="3576919" y="5899510"/>
                  <a:pt x="3576919" y="5794206"/>
                </a:cubicBezTo>
                <a:lnTo>
                  <a:pt x="3576919" y="3586340"/>
                </a:lnTo>
                <a:cubicBezTo>
                  <a:pt x="3576919" y="3481036"/>
                  <a:pt x="3491554" y="3395671"/>
                  <a:pt x="3386250" y="3395671"/>
                </a:cubicBezTo>
                <a:close/>
                <a:moveTo>
                  <a:pt x="4162145" y="3395671"/>
                </a:moveTo>
                <a:cubicBezTo>
                  <a:pt x="4056841" y="3395671"/>
                  <a:pt x="3971477" y="3481036"/>
                  <a:pt x="3971477" y="3586340"/>
                </a:cubicBezTo>
                <a:lnTo>
                  <a:pt x="3971477" y="5794206"/>
                </a:lnTo>
                <a:cubicBezTo>
                  <a:pt x="3971477" y="5899510"/>
                  <a:pt x="4056841" y="5984875"/>
                  <a:pt x="4162145" y="5984875"/>
                </a:cubicBezTo>
                <a:lnTo>
                  <a:pt x="6422611" y="5984875"/>
                </a:lnTo>
                <a:cubicBezTo>
                  <a:pt x="6527915" y="5984875"/>
                  <a:pt x="6613279" y="5899510"/>
                  <a:pt x="6613279" y="5794206"/>
                </a:cubicBezTo>
                <a:lnTo>
                  <a:pt x="6613279" y="3586340"/>
                </a:lnTo>
                <a:cubicBezTo>
                  <a:pt x="6613279" y="3481036"/>
                  <a:pt x="6527915" y="3395671"/>
                  <a:pt x="6422611" y="3395671"/>
                </a:cubicBezTo>
                <a:close/>
                <a:moveTo>
                  <a:pt x="4162145" y="404813"/>
                </a:moveTo>
                <a:cubicBezTo>
                  <a:pt x="4056841" y="404813"/>
                  <a:pt x="3971477" y="490178"/>
                  <a:pt x="3971477" y="595482"/>
                </a:cubicBezTo>
                <a:lnTo>
                  <a:pt x="3971477" y="2803348"/>
                </a:lnTo>
                <a:cubicBezTo>
                  <a:pt x="3971477" y="2908652"/>
                  <a:pt x="4056841" y="2994017"/>
                  <a:pt x="4162145" y="2994017"/>
                </a:cubicBezTo>
                <a:lnTo>
                  <a:pt x="6422611" y="2994017"/>
                </a:lnTo>
                <a:cubicBezTo>
                  <a:pt x="6527915" y="2994017"/>
                  <a:pt x="6613279" y="2908652"/>
                  <a:pt x="6613279" y="2803348"/>
                </a:cubicBezTo>
                <a:lnTo>
                  <a:pt x="6613279" y="595482"/>
                </a:lnTo>
                <a:cubicBezTo>
                  <a:pt x="6613279" y="490178"/>
                  <a:pt x="6527915" y="404813"/>
                  <a:pt x="6422611" y="404813"/>
                </a:cubicBezTo>
                <a:close/>
                <a:moveTo>
                  <a:pt x="1125784" y="404813"/>
                </a:moveTo>
                <a:cubicBezTo>
                  <a:pt x="1020480" y="404813"/>
                  <a:pt x="935115" y="490178"/>
                  <a:pt x="935115" y="595482"/>
                </a:cubicBezTo>
                <a:lnTo>
                  <a:pt x="935115" y="2803348"/>
                </a:lnTo>
                <a:cubicBezTo>
                  <a:pt x="935115" y="2908652"/>
                  <a:pt x="1020480" y="2994017"/>
                  <a:pt x="1125784" y="2994017"/>
                </a:cubicBezTo>
                <a:lnTo>
                  <a:pt x="3386249" y="2994017"/>
                </a:lnTo>
                <a:cubicBezTo>
                  <a:pt x="3491553" y="2994017"/>
                  <a:pt x="3576918" y="2908652"/>
                  <a:pt x="3576918" y="2803348"/>
                </a:cubicBezTo>
                <a:lnTo>
                  <a:pt x="3576918" y="595482"/>
                </a:lnTo>
                <a:cubicBezTo>
                  <a:pt x="3576918" y="490178"/>
                  <a:pt x="3491553" y="404813"/>
                  <a:pt x="3386249" y="404813"/>
                </a:cubicBezTo>
                <a:close/>
                <a:moveTo>
                  <a:pt x="0" y="0"/>
                </a:moveTo>
                <a:lnTo>
                  <a:pt x="7548393" y="0"/>
                </a:lnTo>
                <a:lnTo>
                  <a:pt x="7548393" y="6827024"/>
                </a:lnTo>
                <a:lnTo>
                  <a:pt x="0" y="6827024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420000" rIns="360000">
            <a:noAutofit/>
          </a:bodyPr>
          <a:lstStyle>
            <a:lvl1pPr algn="ctr"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A8F7DA-DE35-A9BB-CAA6-A71CF40AFD82}"/>
              </a:ext>
            </a:extLst>
          </p:cNvPr>
          <p:cNvSpPr/>
          <p:nvPr userDrawn="1"/>
        </p:nvSpPr>
        <p:spPr>
          <a:xfrm>
            <a:off x="0" y="6827024"/>
            <a:ext cx="12204000" cy="43200"/>
          </a:xfrm>
          <a:prstGeom prst="rect">
            <a:avLst/>
          </a:prstGeom>
          <a:gradFill>
            <a:gsLst>
              <a:gs pos="12000">
                <a:srgbClr val="8B1D82"/>
              </a:gs>
              <a:gs pos="0">
                <a:srgbClr val="4D1D82"/>
              </a:gs>
              <a:gs pos="29000">
                <a:srgbClr val="CF022B"/>
              </a:gs>
              <a:gs pos="100000">
                <a:srgbClr val="F07D00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24" name="Espace réservé du texte 13">
            <a:extLst>
              <a:ext uri="{FF2B5EF4-FFF2-40B4-BE49-F238E27FC236}">
                <a16:creationId xmlns:a16="http://schemas.microsoft.com/office/drawing/2014/main" id="{9DD2FF79-8E98-124F-28F2-53D33206F192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5862359" y="1661834"/>
            <a:ext cx="2098529" cy="516103"/>
          </a:xfrm>
          <a:prstGeom prst="rect">
            <a:avLst/>
          </a:prstGeom>
        </p:spPr>
        <p:txBody>
          <a:bodyPr anchor="t">
            <a:sp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5" name="Espace réservé du texte 33">
            <a:extLst>
              <a:ext uri="{FF2B5EF4-FFF2-40B4-BE49-F238E27FC236}">
                <a16:creationId xmlns:a16="http://schemas.microsoft.com/office/drawing/2014/main" id="{E274873F-7CBE-6D44-EA95-8A0BB7C3CF23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5862359" y="831595"/>
            <a:ext cx="2098529" cy="73866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>
            <a:spAutoFit/>
          </a:bodyPr>
          <a:lstStyle>
            <a:lvl1pPr>
              <a:defRPr lang="en-US" sz="4800" b="1" dirty="0">
                <a:ln>
                  <a:noFill/>
                </a:ln>
                <a:gradFill>
                  <a:gsLst>
                    <a:gs pos="14000">
                      <a:srgbClr val="8B1D82"/>
                    </a:gs>
                    <a:gs pos="0">
                      <a:srgbClr val="4D1D82"/>
                    </a:gs>
                    <a:gs pos="5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</a:gradFill>
                <a:latin typeface="+mj-lt"/>
              </a:defRPr>
            </a:lvl1pPr>
          </a:lstStyle>
          <a:p>
            <a:pPr lvl="0">
              <a:spcBef>
                <a:spcPts val="0"/>
              </a:spcBef>
            </a:pPr>
            <a:r>
              <a:rPr lang="fr-FR"/>
              <a:t>99%</a:t>
            </a:r>
            <a:endParaRPr lang="en-US"/>
          </a:p>
        </p:txBody>
      </p:sp>
      <p:sp>
        <p:nvSpPr>
          <p:cNvPr id="35" name="Espace réservé du texte 13">
            <a:extLst>
              <a:ext uri="{FF2B5EF4-FFF2-40B4-BE49-F238E27FC236}">
                <a16:creationId xmlns:a16="http://schemas.microsoft.com/office/drawing/2014/main" id="{803BC22E-C03B-321F-709E-224FD5E3D78A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8898721" y="1661834"/>
            <a:ext cx="2098529" cy="516103"/>
          </a:xfrm>
          <a:prstGeom prst="rect">
            <a:avLst/>
          </a:prstGeom>
        </p:spPr>
        <p:txBody>
          <a:bodyPr anchor="t">
            <a:sp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36" name="Espace réservé du texte 33">
            <a:extLst>
              <a:ext uri="{FF2B5EF4-FFF2-40B4-BE49-F238E27FC236}">
                <a16:creationId xmlns:a16="http://schemas.microsoft.com/office/drawing/2014/main" id="{E3739945-85B5-5530-868F-35492094AECA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8898721" y="831595"/>
            <a:ext cx="2098529" cy="73866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>
            <a:spAutoFit/>
          </a:bodyPr>
          <a:lstStyle>
            <a:lvl1pPr>
              <a:defRPr lang="en-US" sz="4800" b="1" dirty="0">
                <a:ln>
                  <a:noFill/>
                </a:ln>
                <a:gradFill>
                  <a:gsLst>
                    <a:gs pos="14000">
                      <a:srgbClr val="8B1D82"/>
                    </a:gs>
                    <a:gs pos="0">
                      <a:srgbClr val="4D1D82"/>
                    </a:gs>
                    <a:gs pos="5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</a:gradFill>
                <a:latin typeface="+mj-lt"/>
              </a:defRPr>
            </a:lvl1pPr>
          </a:lstStyle>
          <a:p>
            <a:pPr lvl="0">
              <a:spcBef>
                <a:spcPts val="0"/>
              </a:spcBef>
            </a:pPr>
            <a:r>
              <a:rPr lang="fr-FR"/>
              <a:t>99%</a:t>
            </a:r>
            <a:endParaRPr lang="en-US"/>
          </a:p>
        </p:txBody>
      </p:sp>
      <p:sp>
        <p:nvSpPr>
          <p:cNvPr id="37" name="Espace réservé du texte 13">
            <a:extLst>
              <a:ext uri="{FF2B5EF4-FFF2-40B4-BE49-F238E27FC236}">
                <a16:creationId xmlns:a16="http://schemas.microsoft.com/office/drawing/2014/main" id="{0FAE61F7-61CF-AFAD-829F-B90F2EEBD346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5862360" y="4677970"/>
            <a:ext cx="2098529" cy="516103"/>
          </a:xfrm>
          <a:prstGeom prst="rect">
            <a:avLst/>
          </a:prstGeom>
        </p:spPr>
        <p:txBody>
          <a:bodyPr anchor="t">
            <a:sp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38" name="Espace réservé du texte 33">
            <a:extLst>
              <a:ext uri="{FF2B5EF4-FFF2-40B4-BE49-F238E27FC236}">
                <a16:creationId xmlns:a16="http://schemas.microsoft.com/office/drawing/2014/main" id="{896FA038-BFB5-59BD-6410-D06A83C9F855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5862360" y="3842836"/>
            <a:ext cx="2098529" cy="73866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>
            <a:spAutoFit/>
          </a:bodyPr>
          <a:lstStyle>
            <a:lvl1pPr>
              <a:defRPr lang="en-US" sz="4800" b="1" dirty="0">
                <a:ln>
                  <a:noFill/>
                </a:ln>
                <a:gradFill>
                  <a:gsLst>
                    <a:gs pos="14000">
                      <a:srgbClr val="8B1D82"/>
                    </a:gs>
                    <a:gs pos="0">
                      <a:srgbClr val="4D1D82"/>
                    </a:gs>
                    <a:gs pos="5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</a:gradFill>
                <a:latin typeface="+mj-lt"/>
              </a:defRPr>
            </a:lvl1pPr>
          </a:lstStyle>
          <a:p>
            <a:pPr lvl="0">
              <a:spcBef>
                <a:spcPts val="0"/>
              </a:spcBef>
            </a:pPr>
            <a:r>
              <a:rPr lang="fr-FR"/>
              <a:t>99%</a:t>
            </a:r>
            <a:endParaRPr lang="en-US"/>
          </a:p>
        </p:txBody>
      </p:sp>
      <p:sp>
        <p:nvSpPr>
          <p:cNvPr id="39" name="Espace réservé du texte 13">
            <a:extLst>
              <a:ext uri="{FF2B5EF4-FFF2-40B4-BE49-F238E27FC236}">
                <a16:creationId xmlns:a16="http://schemas.microsoft.com/office/drawing/2014/main" id="{74E59FAA-6FE1-B2D6-EA67-AAD750C58FB1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8898721" y="4677970"/>
            <a:ext cx="2098529" cy="516103"/>
          </a:xfrm>
          <a:prstGeom prst="rect">
            <a:avLst/>
          </a:prstGeom>
        </p:spPr>
        <p:txBody>
          <a:bodyPr anchor="t">
            <a:sp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40" name="Espace réservé du texte 33">
            <a:extLst>
              <a:ext uri="{FF2B5EF4-FFF2-40B4-BE49-F238E27FC236}">
                <a16:creationId xmlns:a16="http://schemas.microsoft.com/office/drawing/2014/main" id="{6A1CB1AC-454F-E84D-61E0-3013F2A0E692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8898721" y="3842836"/>
            <a:ext cx="2098529" cy="73866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>
            <a:spAutoFit/>
          </a:bodyPr>
          <a:lstStyle>
            <a:lvl1pPr>
              <a:defRPr lang="en-US" sz="4800" b="1" dirty="0">
                <a:ln>
                  <a:noFill/>
                </a:ln>
                <a:gradFill>
                  <a:gsLst>
                    <a:gs pos="14000">
                      <a:srgbClr val="8B1D82"/>
                    </a:gs>
                    <a:gs pos="0">
                      <a:srgbClr val="4D1D82"/>
                    </a:gs>
                    <a:gs pos="50000">
                      <a:srgbClr val="CF022B"/>
                    </a:gs>
                    <a:gs pos="100000">
                      <a:srgbClr val="F07D00"/>
                    </a:gs>
                  </a:gsLst>
                  <a:lin ang="2400000" scaled="0"/>
                </a:gradFill>
                <a:latin typeface="+mj-lt"/>
              </a:defRPr>
            </a:lvl1pPr>
          </a:lstStyle>
          <a:p>
            <a:pPr lvl="0">
              <a:spcBef>
                <a:spcPts val="0"/>
              </a:spcBef>
            </a:pPr>
            <a:r>
              <a:rPr lang="fr-FR"/>
              <a:t>99%</a:t>
            </a:r>
            <a:endParaRPr lang="en-US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3D6B9FB0-26C0-3D45-3D8A-F2076EA7CB5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874714" y="402545"/>
            <a:ext cx="3466378" cy="941796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6AC0CD62-A286-1BF1-6BA0-0E90E5B5BE08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74713" y="1746590"/>
            <a:ext cx="3453450" cy="3999415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84B296D7-56EE-F883-3507-B8AB06F5870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24083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full screen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>
            <a:extLst>
              <a:ext uri="{FF2B5EF4-FFF2-40B4-BE49-F238E27FC236}">
                <a16:creationId xmlns:a16="http://schemas.microsoft.com/office/drawing/2014/main" id="{167CB1E9-465B-E849-C694-9B7104141D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"/>
            <a:ext cx="11460164" cy="5876923"/>
          </a:xfrm>
          <a:prstGeom prst="rect">
            <a:avLst/>
          </a:prstGeom>
        </p:spPr>
      </p:pic>
      <p:sp>
        <p:nvSpPr>
          <p:cNvPr id="21" name="Forme libre 11">
            <a:extLst>
              <a:ext uri="{FF2B5EF4-FFF2-40B4-BE49-F238E27FC236}">
                <a16:creationId xmlns:a16="http://schemas.microsoft.com/office/drawing/2014/main" id="{D097ED51-CD54-D327-A173-EB27601F404F}"/>
              </a:ext>
            </a:extLst>
          </p:cNvPr>
          <p:cNvSpPr/>
          <p:nvPr userDrawn="1"/>
        </p:nvSpPr>
        <p:spPr>
          <a:xfrm>
            <a:off x="3460205" y="2437446"/>
            <a:ext cx="1479493" cy="1171445"/>
          </a:xfrm>
          <a:custGeom>
            <a:avLst/>
            <a:gdLst/>
            <a:ahLst/>
            <a:cxnLst/>
            <a:rect l="l" t="t" r="r" b="b"/>
            <a:pathLst>
              <a:path w="867223" h="686657">
                <a:moveTo>
                  <a:pt x="480660" y="0"/>
                </a:moveTo>
                <a:lnTo>
                  <a:pt x="813816" y="0"/>
                </a:lnTo>
                <a:cubicBezTo>
                  <a:pt x="849420" y="106813"/>
                  <a:pt x="867223" y="206845"/>
                  <a:pt x="867223" y="300094"/>
                </a:cubicBezTo>
                <a:cubicBezTo>
                  <a:pt x="867223" y="417081"/>
                  <a:pt x="836705" y="510754"/>
                  <a:pt x="775668" y="581115"/>
                </a:cubicBezTo>
                <a:cubicBezTo>
                  <a:pt x="714632" y="651476"/>
                  <a:pt x="625621" y="686657"/>
                  <a:pt x="508635" y="686657"/>
                </a:cubicBezTo>
                <a:lnTo>
                  <a:pt x="508635" y="523894"/>
                </a:lnTo>
                <a:cubicBezTo>
                  <a:pt x="598494" y="523894"/>
                  <a:pt x="643423" y="467096"/>
                  <a:pt x="643423" y="353501"/>
                </a:cubicBezTo>
                <a:lnTo>
                  <a:pt x="643423" y="312810"/>
                </a:lnTo>
                <a:lnTo>
                  <a:pt x="480660" y="312810"/>
                </a:lnTo>
                <a:close/>
                <a:moveTo>
                  <a:pt x="0" y="0"/>
                </a:moveTo>
                <a:lnTo>
                  <a:pt x="333156" y="0"/>
                </a:lnTo>
                <a:cubicBezTo>
                  <a:pt x="365370" y="96640"/>
                  <a:pt x="381476" y="196672"/>
                  <a:pt x="381476" y="300094"/>
                </a:cubicBezTo>
                <a:cubicBezTo>
                  <a:pt x="381476" y="417081"/>
                  <a:pt x="351382" y="510754"/>
                  <a:pt x="291194" y="581115"/>
                </a:cubicBezTo>
                <a:cubicBezTo>
                  <a:pt x="231005" y="651476"/>
                  <a:pt x="143266" y="686657"/>
                  <a:pt x="27975" y="686657"/>
                </a:cubicBezTo>
                <a:lnTo>
                  <a:pt x="27975" y="523894"/>
                </a:lnTo>
                <a:cubicBezTo>
                  <a:pt x="116138" y="523894"/>
                  <a:pt x="160220" y="467096"/>
                  <a:pt x="160220" y="353501"/>
                </a:cubicBezTo>
                <a:lnTo>
                  <a:pt x="160220" y="312810"/>
                </a:lnTo>
                <a:lnTo>
                  <a:pt x="0" y="312810"/>
                </a:lnTo>
                <a:close/>
              </a:path>
            </a:pathLst>
          </a:cu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39FCEA0-8AF6-AD6A-DCD4-D00E52D7444C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58EF95F0-5DE5-CBD3-53F4-B494EB9A7A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50114" y="584200"/>
            <a:ext cx="6167174" cy="3024691"/>
          </a:xfrm>
          <a:effectLst>
            <a:outerShdw blurRad="127000" dist="38100" algn="ctr" rotWithShape="0">
              <a:prstClr val="black">
                <a:alpha val="70000"/>
              </a:prstClr>
            </a:outerShdw>
          </a:effectLst>
        </p:spPr>
        <p:txBody>
          <a:bodyPr anchor="b">
            <a:normAutofit/>
          </a:bodyPr>
          <a:lstStyle>
            <a:lvl1pPr>
              <a:defRPr sz="2800" b="1">
                <a:solidFill>
                  <a:schemeClr val="bg2"/>
                </a:solidFill>
                <a:effectLst/>
              </a:defRPr>
            </a:lvl1pPr>
            <a:lvl2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2pPr>
            <a:lvl3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3pPr>
            <a:lvl4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2D6E7EE8-AF37-EA8A-6B4D-62093C9C76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50114" y="3836019"/>
            <a:ext cx="6167174" cy="1429719"/>
          </a:xfrm>
          <a:effectLst/>
        </p:spPr>
        <p:txBody>
          <a:bodyPr anchor="t">
            <a:normAutofit/>
          </a:bodyPr>
          <a:lstStyle>
            <a:lvl1pPr>
              <a:defRPr sz="1800" b="0">
                <a:solidFill>
                  <a:schemeClr val="bg2"/>
                </a:solidFill>
                <a:effectLst/>
              </a:defRPr>
            </a:lvl1pPr>
            <a:lvl2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2pPr>
            <a:lvl3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3pPr>
            <a:lvl4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B2C0A8E2-AFF3-0155-A6DF-0D1CB5BB6C4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3EC9E979-8C26-4BB4-279D-951CCCCF49D1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2" name="ZoneTexte 9">
            <a:extLst>
              <a:ext uri="{FF2B5EF4-FFF2-40B4-BE49-F238E27FC236}">
                <a16:creationId xmlns:a16="http://schemas.microsoft.com/office/drawing/2014/main" id="{EFBC79E0-4B90-8B8F-D66B-CF0188128220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3" name="Ellipse 12">
            <a:extLst>
              <a:ext uri="{FF2B5EF4-FFF2-40B4-BE49-F238E27FC236}">
                <a16:creationId xmlns:a16="http://schemas.microsoft.com/office/drawing/2014/main" id="{77DBB28E-0830-D561-6E6D-B99E893320FF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4" name="ZoneTexte 13">
            <a:extLst>
              <a:ext uri="{FF2B5EF4-FFF2-40B4-BE49-F238E27FC236}">
                <a16:creationId xmlns:a16="http://schemas.microsoft.com/office/drawing/2014/main" id="{46601BB8-81E6-9B17-C063-D5D69CC8ED3F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5" name="Ellipse 15">
            <a:extLst>
              <a:ext uri="{FF2B5EF4-FFF2-40B4-BE49-F238E27FC236}">
                <a16:creationId xmlns:a16="http://schemas.microsoft.com/office/drawing/2014/main" id="{98E808F0-DAD3-2D17-BC51-A3C1A0936E63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6" name="ZoneTexte 16">
            <a:extLst>
              <a:ext uri="{FF2B5EF4-FFF2-40B4-BE49-F238E27FC236}">
                <a16:creationId xmlns:a16="http://schemas.microsoft.com/office/drawing/2014/main" id="{E6118EB6-40F1-A915-F646-E6CD824125F6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27" name="Ellipse 18">
            <a:extLst>
              <a:ext uri="{FF2B5EF4-FFF2-40B4-BE49-F238E27FC236}">
                <a16:creationId xmlns:a16="http://schemas.microsoft.com/office/drawing/2014/main" id="{629F5C39-0BC2-4139-6BC0-71F2CA5F3FBC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8" name="ZoneTexte 19">
            <a:extLst>
              <a:ext uri="{FF2B5EF4-FFF2-40B4-BE49-F238E27FC236}">
                <a16:creationId xmlns:a16="http://schemas.microsoft.com/office/drawing/2014/main" id="{75B73F61-BF80-F4C1-AAFD-BF4633B81CC9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29" name="Ellipse 31">
            <a:extLst>
              <a:ext uri="{FF2B5EF4-FFF2-40B4-BE49-F238E27FC236}">
                <a16:creationId xmlns:a16="http://schemas.microsoft.com/office/drawing/2014/main" id="{DF99E880-EF9A-04C7-33D0-9D1F1AC222BB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0" name="ZoneTexte 32">
            <a:extLst>
              <a:ext uri="{FF2B5EF4-FFF2-40B4-BE49-F238E27FC236}">
                <a16:creationId xmlns:a16="http://schemas.microsoft.com/office/drawing/2014/main" id="{20DB7732-374F-C296-E30B-21B7421F849B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1" name="Ellipse 34">
            <a:extLst>
              <a:ext uri="{FF2B5EF4-FFF2-40B4-BE49-F238E27FC236}">
                <a16:creationId xmlns:a16="http://schemas.microsoft.com/office/drawing/2014/main" id="{24BBA138-2D15-FD12-84D3-A3E8CD900549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2" name="ZoneTexte 35">
            <a:extLst>
              <a:ext uri="{FF2B5EF4-FFF2-40B4-BE49-F238E27FC236}">
                <a16:creationId xmlns:a16="http://schemas.microsoft.com/office/drawing/2014/main" id="{4E2462D3-E9A8-4C41-2DC6-10849F91EC90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1215466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full screen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ce réservé pour une image  9">
            <a:extLst>
              <a:ext uri="{FF2B5EF4-FFF2-40B4-BE49-F238E27FC236}">
                <a16:creationId xmlns:a16="http://schemas.microsoft.com/office/drawing/2014/main" id="{8B7AB3D6-4C87-80B9-8B59-804E9BCADC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1460162" cy="587692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F09EE39-A251-0EB6-4A6C-60817C4BF9BE}"/>
              </a:ext>
            </a:extLst>
          </p:cNvPr>
          <p:cNvSpPr/>
          <p:nvPr userDrawn="1"/>
        </p:nvSpPr>
        <p:spPr>
          <a:xfrm>
            <a:off x="4655605" y="0"/>
            <a:ext cx="6804558" cy="5876926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E789667-2E04-B8A4-6C71-286E64A64267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2" name="Forme libre 11">
            <a:extLst>
              <a:ext uri="{FF2B5EF4-FFF2-40B4-BE49-F238E27FC236}">
                <a16:creationId xmlns:a16="http://schemas.microsoft.com/office/drawing/2014/main" id="{1B2E7A82-B457-1827-0140-5DF88877C0C9}"/>
              </a:ext>
            </a:extLst>
          </p:cNvPr>
          <p:cNvSpPr/>
          <p:nvPr userDrawn="1"/>
        </p:nvSpPr>
        <p:spPr>
          <a:xfrm>
            <a:off x="3460205" y="2437446"/>
            <a:ext cx="1479493" cy="1171445"/>
          </a:xfrm>
          <a:custGeom>
            <a:avLst/>
            <a:gdLst/>
            <a:ahLst/>
            <a:cxnLst/>
            <a:rect l="l" t="t" r="r" b="b"/>
            <a:pathLst>
              <a:path w="867223" h="686657">
                <a:moveTo>
                  <a:pt x="480660" y="0"/>
                </a:moveTo>
                <a:lnTo>
                  <a:pt x="813816" y="0"/>
                </a:lnTo>
                <a:cubicBezTo>
                  <a:pt x="849420" y="106813"/>
                  <a:pt x="867223" y="206845"/>
                  <a:pt x="867223" y="300094"/>
                </a:cubicBezTo>
                <a:cubicBezTo>
                  <a:pt x="867223" y="417081"/>
                  <a:pt x="836705" y="510754"/>
                  <a:pt x="775668" y="581115"/>
                </a:cubicBezTo>
                <a:cubicBezTo>
                  <a:pt x="714632" y="651476"/>
                  <a:pt x="625621" y="686657"/>
                  <a:pt x="508635" y="686657"/>
                </a:cubicBezTo>
                <a:lnTo>
                  <a:pt x="508635" y="523894"/>
                </a:lnTo>
                <a:cubicBezTo>
                  <a:pt x="598494" y="523894"/>
                  <a:pt x="643423" y="467096"/>
                  <a:pt x="643423" y="353501"/>
                </a:cubicBezTo>
                <a:lnTo>
                  <a:pt x="643423" y="312810"/>
                </a:lnTo>
                <a:lnTo>
                  <a:pt x="480660" y="312810"/>
                </a:lnTo>
                <a:close/>
                <a:moveTo>
                  <a:pt x="0" y="0"/>
                </a:moveTo>
                <a:lnTo>
                  <a:pt x="333156" y="0"/>
                </a:lnTo>
                <a:cubicBezTo>
                  <a:pt x="365370" y="96640"/>
                  <a:pt x="381476" y="196672"/>
                  <a:pt x="381476" y="300094"/>
                </a:cubicBezTo>
                <a:cubicBezTo>
                  <a:pt x="381476" y="417081"/>
                  <a:pt x="351382" y="510754"/>
                  <a:pt x="291194" y="581115"/>
                </a:cubicBezTo>
                <a:cubicBezTo>
                  <a:pt x="231005" y="651476"/>
                  <a:pt x="143266" y="686657"/>
                  <a:pt x="27975" y="686657"/>
                </a:cubicBezTo>
                <a:lnTo>
                  <a:pt x="27975" y="523894"/>
                </a:lnTo>
                <a:cubicBezTo>
                  <a:pt x="116138" y="523894"/>
                  <a:pt x="160220" y="467096"/>
                  <a:pt x="160220" y="353501"/>
                </a:cubicBezTo>
                <a:lnTo>
                  <a:pt x="160220" y="312810"/>
                </a:lnTo>
                <a:lnTo>
                  <a:pt x="0" y="312810"/>
                </a:lnTo>
                <a:close/>
              </a:path>
            </a:pathLst>
          </a:cu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0DE8749A-F5EC-E029-D7BC-1EB98DA1CD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50114" y="584200"/>
            <a:ext cx="6167174" cy="3024691"/>
          </a:xfrm>
          <a:effectLst>
            <a:outerShdw blurRad="127000" dist="38100" algn="ctr" rotWithShape="0">
              <a:prstClr val="black">
                <a:alpha val="70000"/>
              </a:prstClr>
            </a:outerShdw>
          </a:effectLst>
        </p:spPr>
        <p:txBody>
          <a:bodyPr anchor="b">
            <a:normAutofit/>
          </a:bodyPr>
          <a:lstStyle>
            <a:lvl1pPr>
              <a:defRPr sz="2800" b="1">
                <a:solidFill>
                  <a:schemeClr val="bg2"/>
                </a:solidFill>
                <a:effectLst/>
              </a:defRPr>
            </a:lvl1pPr>
            <a:lvl2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2pPr>
            <a:lvl3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3pPr>
            <a:lvl4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AA062683-03E5-9A68-1F3D-67D86E84F1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50114" y="3836019"/>
            <a:ext cx="6167174" cy="1429719"/>
          </a:xfrm>
          <a:effectLst/>
        </p:spPr>
        <p:txBody>
          <a:bodyPr anchor="t">
            <a:normAutofit/>
          </a:bodyPr>
          <a:lstStyle>
            <a:lvl1pPr>
              <a:defRPr sz="1800" b="0">
                <a:solidFill>
                  <a:schemeClr val="bg2"/>
                </a:solidFill>
                <a:effectLst/>
              </a:defRPr>
            </a:lvl1pPr>
            <a:lvl2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2pPr>
            <a:lvl3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3pPr>
            <a:lvl4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4DBBDCDE-79B9-CF42-CABA-A3CE0E1E7AF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4" name="Ellipse 4">
            <a:extLst>
              <a:ext uri="{FF2B5EF4-FFF2-40B4-BE49-F238E27FC236}">
                <a16:creationId xmlns:a16="http://schemas.microsoft.com/office/drawing/2014/main" id="{F738CFCA-2232-5C72-DB8C-D558EA3239CD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5" name="ZoneTexte 9">
            <a:extLst>
              <a:ext uri="{FF2B5EF4-FFF2-40B4-BE49-F238E27FC236}">
                <a16:creationId xmlns:a16="http://schemas.microsoft.com/office/drawing/2014/main" id="{DB143383-518B-4567-9D58-AB7CD504C400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6" name="Ellipse 12">
            <a:extLst>
              <a:ext uri="{FF2B5EF4-FFF2-40B4-BE49-F238E27FC236}">
                <a16:creationId xmlns:a16="http://schemas.microsoft.com/office/drawing/2014/main" id="{2DFEF9AE-2DFA-56B7-8D21-F36DA9532240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5" name="ZoneTexte 13">
            <a:extLst>
              <a:ext uri="{FF2B5EF4-FFF2-40B4-BE49-F238E27FC236}">
                <a16:creationId xmlns:a16="http://schemas.microsoft.com/office/drawing/2014/main" id="{F8D4CF05-BD03-DFC4-6D59-2C0F78844A5A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6" name="Ellipse 15">
            <a:extLst>
              <a:ext uri="{FF2B5EF4-FFF2-40B4-BE49-F238E27FC236}">
                <a16:creationId xmlns:a16="http://schemas.microsoft.com/office/drawing/2014/main" id="{BD787DE1-C2A9-D95A-E0D5-E6B91E738A7B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16">
            <a:extLst>
              <a:ext uri="{FF2B5EF4-FFF2-40B4-BE49-F238E27FC236}">
                <a16:creationId xmlns:a16="http://schemas.microsoft.com/office/drawing/2014/main" id="{83734D1C-B9B8-5716-3876-064FC8C4B787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28" name="Ellipse 18">
            <a:extLst>
              <a:ext uri="{FF2B5EF4-FFF2-40B4-BE49-F238E27FC236}">
                <a16:creationId xmlns:a16="http://schemas.microsoft.com/office/drawing/2014/main" id="{A27017F4-50D8-A40C-1721-2A72F4B552D9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19">
            <a:extLst>
              <a:ext uri="{FF2B5EF4-FFF2-40B4-BE49-F238E27FC236}">
                <a16:creationId xmlns:a16="http://schemas.microsoft.com/office/drawing/2014/main" id="{3B514786-06DB-74E0-01A0-C45FD0FC8C87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0" name="Ellipse 31">
            <a:extLst>
              <a:ext uri="{FF2B5EF4-FFF2-40B4-BE49-F238E27FC236}">
                <a16:creationId xmlns:a16="http://schemas.microsoft.com/office/drawing/2014/main" id="{71CA111F-BBAD-153D-9015-C8EF83B3284F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32">
            <a:extLst>
              <a:ext uri="{FF2B5EF4-FFF2-40B4-BE49-F238E27FC236}">
                <a16:creationId xmlns:a16="http://schemas.microsoft.com/office/drawing/2014/main" id="{CFB1BE90-86CD-CD00-8BAD-7F4CE50A7375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2" name="Ellipse 34">
            <a:extLst>
              <a:ext uri="{FF2B5EF4-FFF2-40B4-BE49-F238E27FC236}">
                <a16:creationId xmlns:a16="http://schemas.microsoft.com/office/drawing/2014/main" id="{F3706CDC-6F72-093D-4311-88986A6AF15C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3" name="ZoneTexte 35">
            <a:extLst>
              <a:ext uri="{FF2B5EF4-FFF2-40B4-BE49-F238E27FC236}">
                <a16:creationId xmlns:a16="http://schemas.microsoft.com/office/drawing/2014/main" id="{D1BE4055-3989-D5E2-5E27-E62228D57190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41567970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full screen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ce réservé pour une image  6">
            <a:extLst>
              <a:ext uri="{FF2B5EF4-FFF2-40B4-BE49-F238E27FC236}">
                <a16:creationId xmlns:a16="http://schemas.microsoft.com/office/drawing/2014/main" id="{BC64A6C3-BB83-68F8-3796-DA871B1A5B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1460160" cy="587692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F09EE39-A251-0EB6-4A6C-60817C4BF9BE}"/>
              </a:ext>
            </a:extLst>
          </p:cNvPr>
          <p:cNvSpPr/>
          <p:nvPr userDrawn="1"/>
        </p:nvSpPr>
        <p:spPr>
          <a:xfrm>
            <a:off x="-1" y="0"/>
            <a:ext cx="11460159" cy="587692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6E6A782-6909-7C35-354B-7D79178203A4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6" name="Forme libre 11">
            <a:extLst>
              <a:ext uri="{FF2B5EF4-FFF2-40B4-BE49-F238E27FC236}">
                <a16:creationId xmlns:a16="http://schemas.microsoft.com/office/drawing/2014/main" id="{321BB879-F554-590F-EE3C-3615ED0EF937}"/>
              </a:ext>
            </a:extLst>
          </p:cNvPr>
          <p:cNvSpPr/>
          <p:nvPr userDrawn="1"/>
        </p:nvSpPr>
        <p:spPr>
          <a:xfrm>
            <a:off x="3460205" y="2437446"/>
            <a:ext cx="1479493" cy="1171445"/>
          </a:xfrm>
          <a:custGeom>
            <a:avLst/>
            <a:gdLst/>
            <a:ahLst/>
            <a:cxnLst/>
            <a:rect l="l" t="t" r="r" b="b"/>
            <a:pathLst>
              <a:path w="867223" h="686657">
                <a:moveTo>
                  <a:pt x="480660" y="0"/>
                </a:moveTo>
                <a:lnTo>
                  <a:pt x="813816" y="0"/>
                </a:lnTo>
                <a:cubicBezTo>
                  <a:pt x="849420" y="106813"/>
                  <a:pt x="867223" y="206845"/>
                  <a:pt x="867223" y="300094"/>
                </a:cubicBezTo>
                <a:cubicBezTo>
                  <a:pt x="867223" y="417081"/>
                  <a:pt x="836705" y="510754"/>
                  <a:pt x="775668" y="581115"/>
                </a:cubicBezTo>
                <a:cubicBezTo>
                  <a:pt x="714632" y="651476"/>
                  <a:pt x="625621" y="686657"/>
                  <a:pt x="508635" y="686657"/>
                </a:cubicBezTo>
                <a:lnTo>
                  <a:pt x="508635" y="523894"/>
                </a:lnTo>
                <a:cubicBezTo>
                  <a:pt x="598494" y="523894"/>
                  <a:pt x="643423" y="467096"/>
                  <a:pt x="643423" y="353501"/>
                </a:cubicBezTo>
                <a:lnTo>
                  <a:pt x="643423" y="312810"/>
                </a:lnTo>
                <a:lnTo>
                  <a:pt x="480660" y="312810"/>
                </a:lnTo>
                <a:close/>
                <a:moveTo>
                  <a:pt x="0" y="0"/>
                </a:moveTo>
                <a:lnTo>
                  <a:pt x="333156" y="0"/>
                </a:lnTo>
                <a:cubicBezTo>
                  <a:pt x="365370" y="96640"/>
                  <a:pt x="381476" y="196672"/>
                  <a:pt x="381476" y="300094"/>
                </a:cubicBezTo>
                <a:cubicBezTo>
                  <a:pt x="381476" y="417081"/>
                  <a:pt x="351382" y="510754"/>
                  <a:pt x="291194" y="581115"/>
                </a:cubicBezTo>
                <a:cubicBezTo>
                  <a:pt x="231005" y="651476"/>
                  <a:pt x="143266" y="686657"/>
                  <a:pt x="27975" y="686657"/>
                </a:cubicBezTo>
                <a:lnTo>
                  <a:pt x="27975" y="523894"/>
                </a:lnTo>
                <a:cubicBezTo>
                  <a:pt x="116138" y="523894"/>
                  <a:pt x="160220" y="467096"/>
                  <a:pt x="160220" y="353501"/>
                </a:cubicBezTo>
                <a:lnTo>
                  <a:pt x="160220" y="312810"/>
                </a:lnTo>
                <a:lnTo>
                  <a:pt x="0" y="312810"/>
                </a:lnTo>
                <a:close/>
              </a:path>
            </a:pathLst>
          </a:cu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4AA1B7CA-D922-475B-EA75-87ED3158379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50114" y="584200"/>
            <a:ext cx="6167174" cy="3024691"/>
          </a:xfrm>
          <a:effectLst>
            <a:outerShdw blurRad="127000" dist="38100" algn="ctr" rotWithShape="0">
              <a:prstClr val="black">
                <a:alpha val="70000"/>
              </a:prstClr>
            </a:outerShdw>
          </a:effectLst>
        </p:spPr>
        <p:txBody>
          <a:bodyPr anchor="b">
            <a:normAutofit/>
          </a:bodyPr>
          <a:lstStyle>
            <a:lvl1pPr>
              <a:defRPr sz="2800" b="1">
                <a:solidFill>
                  <a:schemeClr val="bg2"/>
                </a:solidFill>
                <a:effectLst/>
              </a:defRPr>
            </a:lvl1pPr>
            <a:lvl2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2pPr>
            <a:lvl3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3pPr>
            <a:lvl4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4F47BA1B-3667-111D-AB81-4F6B8C705D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50114" y="3836019"/>
            <a:ext cx="6167174" cy="1429719"/>
          </a:xfrm>
          <a:effectLst/>
        </p:spPr>
        <p:txBody>
          <a:bodyPr anchor="t">
            <a:normAutofit/>
          </a:bodyPr>
          <a:lstStyle>
            <a:lvl1pPr>
              <a:defRPr sz="1800" b="0">
                <a:solidFill>
                  <a:schemeClr val="bg2"/>
                </a:solidFill>
                <a:effectLst/>
              </a:defRPr>
            </a:lvl1pPr>
            <a:lvl2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2pPr>
            <a:lvl3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3pPr>
            <a:lvl4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B3CCB435-20EA-829A-2A5F-6916E21B567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2" name="Ellipse 4">
            <a:extLst>
              <a:ext uri="{FF2B5EF4-FFF2-40B4-BE49-F238E27FC236}">
                <a16:creationId xmlns:a16="http://schemas.microsoft.com/office/drawing/2014/main" id="{A5E09A0E-2123-4041-E4FB-D6289A9E7AB6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4" name="ZoneTexte 9">
            <a:extLst>
              <a:ext uri="{FF2B5EF4-FFF2-40B4-BE49-F238E27FC236}">
                <a16:creationId xmlns:a16="http://schemas.microsoft.com/office/drawing/2014/main" id="{2001B644-FB2C-5926-A9BA-03FE532F9BA4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5" name="Ellipse 12">
            <a:extLst>
              <a:ext uri="{FF2B5EF4-FFF2-40B4-BE49-F238E27FC236}">
                <a16:creationId xmlns:a16="http://schemas.microsoft.com/office/drawing/2014/main" id="{57B46F56-7FF2-E288-02CC-F27EA3A14D3D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5" name="ZoneTexte 13">
            <a:extLst>
              <a:ext uri="{FF2B5EF4-FFF2-40B4-BE49-F238E27FC236}">
                <a16:creationId xmlns:a16="http://schemas.microsoft.com/office/drawing/2014/main" id="{203862E1-A4D9-E279-6BD7-7064F98C1F05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6" name="Ellipse 15">
            <a:extLst>
              <a:ext uri="{FF2B5EF4-FFF2-40B4-BE49-F238E27FC236}">
                <a16:creationId xmlns:a16="http://schemas.microsoft.com/office/drawing/2014/main" id="{37CADA98-84C5-C492-999C-E82D0B36A9FB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16">
            <a:extLst>
              <a:ext uri="{FF2B5EF4-FFF2-40B4-BE49-F238E27FC236}">
                <a16:creationId xmlns:a16="http://schemas.microsoft.com/office/drawing/2014/main" id="{AAE2FAF2-B173-00F6-3530-A390E6C11254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28" name="Ellipse 18">
            <a:extLst>
              <a:ext uri="{FF2B5EF4-FFF2-40B4-BE49-F238E27FC236}">
                <a16:creationId xmlns:a16="http://schemas.microsoft.com/office/drawing/2014/main" id="{BA64EA5F-FC34-9D5E-089D-7163CBC094B3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19">
            <a:extLst>
              <a:ext uri="{FF2B5EF4-FFF2-40B4-BE49-F238E27FC236}">
                <a16:creationId xmlns:a16="http://schemas.microsoft.com/office/drawing/2014/main" id="{886E8C18-2CC2-14D8-89BA-D4D9BFBB8809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0" name="Ellipse 31">
            <a:extLst>
              <a:ext uri="{FF2B5EF4-FFF2-40B4-BE49-F238E27FC236}">
                <a16:creationId xmlns:a16="http://schemas.microsoft.com/office/drawing/2014/main" id="{F233E346-E8A7-4437-2935-6B1226FD9339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32">
            <a:extLst>
              <a:ext uri="{FF2B5EF4-FFF2-40B4-BE49-F238E27FC236}">
                <a16:creationId xmlns:a16="http://schemas.microsoft.com/office/drawing/2014/main" id="{A6427181-84FD-8A2D-CCA2-04B3CF710434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2" name="Ellipse 34">
            <a:extLst>
              <a:ext uri="{FF2B5EF4-FFF2-40B4-BE49-F238E27FC236}">
                <a16:creationId xmlns:a16="http://schemas.microsoft.com/office/drawing/2014/main" id="{D9771C28-FD67-31CF-26EA-E1A9CD609C9D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3" name="ZoneTexte 35">
            <a:extLst>
              <a:ext uri="{FF2B5EF4-FFF2-40B4-BE49-F238E27FC236}">
                <a16:creationId xmlns:a16="http://schemas.microsoft.com/office/drawing/2014/main" id="{9E6F49A1-0C03-01EB-84B0-00D7FE89EB71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16804264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full screen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09853C5A-7110-0A53-0B93-36542488F22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11460163" cy="5876925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GB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6E6A782-6909-7C35-354B-7D79178203A4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DEBA4D30-D868-EAC3-EF52-BA320D207B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50114" y="584200"/>
            <a:ext cx="6167174" cy="3024691"/>
          </a:xfrm>
          <a:effectLst>
            <a:outerShdw blurRad="127000" dist="38100" algn="ctr" rotWithShape="0">
              <a:prstClr val="black">
                <a:alpha val="70000"/>
              </a:prstClr>
            </a:outerShdw>
          </a:effectLst>
        </p:spPr>
        <p:txBody>
          <a:bodyPr anchor="b">
            <a:normAutofit/>
          </a:bodyPr>
          <a:lstStyle>
            <a:lvl1pPr>
              <a:defRPr sz="2800" b="1">
                <a:solidFill>
                  <a:schemeClr val="bg2"/>
                </a:solidFill>
                <a:effectLst/>
              </a:defRPr>
            </a:lvl1pPr>
            <a:lvl2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2pPr>
            <a:lvl3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3pPr>
            <a:lvl4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F296A3F8-328F-F5E5-0658-B326BCD1B26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50114" y="3836019"/>
            <a:ext cx="6167174" cy="1429719"/>
          </a:xfrm>
          <a:effectLst/>
        </p:spPr>
        <p:txBody>
          <a:bodyPr anchor="t">
            <a:normAutofit/>
          </a:bodyPr>
          <a:lstStyle>
            <a:lvl1pPr>
              <a:defRPr sz="1800" b="0">
                <a:solidFill>
                  <a:schemeClr val="bg2"/>
                </a:solidFill>
                <a:effectLst/>
              </a:defRPr>
            </a:lvl1pPr>
            <a:lvl2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2pPr>
            <a:lvl3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3pPr>
            <a:lvl4pPr>
              <a:buClr>
                <a:schemeClr val="bg2"/>
              </a:buClr>
              <a:defRPr sz="2800" b="1">
                <a:solidFill>
                  <a:schemeClr val="bg2"/>
                </a:solidFill>
                <a:effectLst/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956C34D3-33CC-359C-9C53-6F5BE7A2D52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2" name="Ellipse 4">
            <a:extLst>
              <a:ext uri="{FF2B5EF4-FFF2-40B4-BE49-F238E27FC236}">
                <a16:creationId xmlns:a16="http://schemas.microsoft.com/office/drawing/2014/main" id="{586AEB2F-A400-9825-E820-F266EFA0E79E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5" name="ZoneTexte 9">
            <a:extLst>
              <a:ext uri="{FF2B5EF4-FFF2-40B4-BE49-F238E27FC236}">
                <a16:creationId xmlns:a16="http://schemas.microsoft.com/office/drawing/2014/main" id="{4CCB4264-A60B-BB2F-6510-3FA6100A87AB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6" name="Ellipse 12">
            <a:extLst>
              <a:ext uri="{FF2B5EF4-FFF2-40B4-BE49-F238E27FC236}">
                <a16:creationId xmlns:a16="http://schemas.microsoft.com/office/drawing/2014/main" id="{63093FD8-211C-8F1F-10FF-4917CD5BE835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9" name="ZoneTexte 13">
            <a:extLst>
              <a:ext uri="{FF2B5EF4-FFF2-40B4-BE49-F238E27FC236}">
                <a16:creationId xmlns:a16="http://schemas.microsoft.com/office/drawing/2014/main" id="{45D0F30E-FC49-E1C2-5E45-05571DA5A160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3" name="Ellipse 15">
            <a:extLst>
              <a:ext uri="{FF2B5EF4-FFF2-40B4-BE49-F238E27FC236}">
                <a16:creationId xmlns:a16="http://schemas.microsoft.com/office/drawing/2014/main" id="{3792BABE-9319-2998-3D74-17EDD56E74B9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4" name="ZoneTexte 16">
            <a:extLst>
              <a:ext uri="{FF2B5EF4-FFF2-40B4-BE49-F238E27FC236}">
                <a16:creationId xmlns:a16="http://schemas.microsoft.com/office/drawing/2014/main" id="{30079F09-D242-EB80-AB43-BA66F3B846EB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26" name="Ellipse 18">
            <a:extLst>
              <a:ext uri="{FF2B5EF4-FFF2-40B4-BE49-F238E27FC236}">
                <a16:creationId xmlns:a16="http://schemas.microsoft.com/office/drawing/2014/main" id="{8059280E-2922-F4DF-4CD1-42370C358759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19">
            <a:extLst>
              <a:ext uri="{FF2B5EF4-FFF2-40B4-BE49-F238E27FC236}">
                <a16:creationId xmlns:a16="http://schemas.microsoft.com/office/drawing/2014/main" id="{FDA8A521-BC3C-446C-6DE6-3AB7A7A2633E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28" name="Ellipse 31">
            <a:extLst>
              <a:ext uri="{FF2B5EF4-FFF2-40B4-BE49-F238E27FC236}">
                <a16:creationId xmlns:a16="http://schemas.microsoft.com/office/drawing/2014/main" id="{06C72AD5-4C45-7619-48D7-56444E0C0F50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32">
            <a:extLst>
              <a:ext uri="{FF2B5EF4-FFF2-40B4-BE49-F238E27FC236}">
                <a16:creationId xmlns:a16="http://schemas.microsoft.com/office/drawing/2014/main" id="{91337DCF-DD0E-D7F3-B8E4-F56B56CC0F00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0" name="Ellipse 34">
            <a:extLst>
              <a:ext uri="{FF2B5EF4-FFF2-40B4-BE49-F238E27FC236}">
                <a16:creationId xmlns:a16="http://schemas.microsoft.com/office/drawing/2014/main" id="{C019AF00-AEAE-A498-3FBF-9712A8CA0C28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35">
            <a:extLst>
              <a:ext uri="{FF2B5EF4-FFF2-40B4-BE49-F238E27FC236}">
                <a16:creationId xmlns:a16="http://schemas.microsoft.com/office/drawing/2014/main" id="{3861801B-128A-404D-986B-6CEDD6D2D5EB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  <p:sp>
        <p:nvSpPr>
          <p:cNvPr id="13" name="Forme libre 11">
            <a:extLst>
              <a:ext uri="{FF2B5EF4-FFF2-40B4-BE49-F238E27FC236}">
                <a16:creationId xmlns:a16="http://schemas.microsoft.com/office/drawing/2014/main" id="{AFAF8343-E6F1-F1A2-11C1-4D906EE82A23}"/>
              </a:ext>
            </a:extLst>
          </p:cNvPr>
          <p:cNvSpPr/>
          <p:nvPr userDrawn="1"/>
        </p:nvSpPr>
        <p:spPr>
          <a:xfrm>
            <a:off x="3460205" y="2437446"/>
            <a:ext cx="1479493" cy="1171445"/>
          </a:xfrm>
          <a:custGeom>
            <a:avLst/>
            <a:gdLst/>
            <a:ahLst/>
            <a:cxnLst/>
            <a:rect l="l" t="t" r="r" b="b"/>
            <a:pathLst>
              <a:path w="867223" h="686657">
                <a:moveTo>
                  <a:pt x="480660" y="0"/>
                </a:moveTo>
                <a:lnTo>
                  <a:pt x="813816" y="0"/>
                </a:lnTo>
                <a:cubicBezTo>
                  <a:pt x="849420" y="106813"/>
                  <a:pt x="867223" y="206845"/>
                  <a:pt x="867223" y="300094"/>
                </a:cubicBezTo>
                <a:cubicBezTo>
                  <a:pt x="867223" y="417081"/>
                  <a:pt x="836705" y="510754"/>
                  <a:pt x="775668" y="581115"/>
                </a:cubicBezTo>
                <a:cubicBezTo>
                  <a:pt x="714632" y="651476"/>
                  <a:pt x="625621" y="686657"/>
                  <a:pt x="508635" y="686657"/>
                </a:cubicBezTo>
                <a:lnTo>
                  <a:pt x="508635" y="523894"/>
                </a:lnTo>
                <a:cubicBezTo>
                  <a:pt x="598494" y="523894"/>
                  <a:pt x="643423" y="467096"/>
                  <a:pt x="643423" y="353501"/>
                </a:cubicBezTo>
                <a:lnTo>
                  <a:pt x="643423" y="312810"/>
                </a:lnTo>
                <a:lnTo>
                  <a:pt x="480660" y="312810"/>
                </a:lnTo>
                <a:close/>
                <a:moveTo>
                  <a:pt x="0" y="0"/>
                </a:moveTo>
                <a:lnTo>
                  <a:pt x="333156" y="0"/>
                </a:lnTo>
                <a:cubicBezTo>
                  <a:pt x="365370" y="96640"/>
                  <a:pt x="381476" y="196672"/>
                  <a:pt x="381476" y="300094"/>
                </a:cubicBezTo>
                <a:cubicBezTo>
                  <a:pt x="381476" y="417081"/>
                  <a:pt x="351382" y="510754"/>
                  <a:pt x="291194" y="581115"/>
                </a:cubicBezTo>
                <a:cubicBezTo>
                  <a:pt x="231005" y="651476"/>
                  <a:pt x="143266" y="686657"/>
                  <a:pt x="27975" y="686657"/>
                </a:cubicBezTo>
                <a:lnTo>
                  <a:pt x="27975" y="523894"/>
                </a:lnTo>
                <a:cubicBezTo>
                  <a:pt x="116138" y="523894"/>
                  <a:pt x="160220" y="467096"/>
                  <a:pt x="160220" y="353501"/>
                </a:cubicBezTo>
                <a:lnTo>
                  <a:pt x="160220" y="312810"/>
                </a:lnTo>
                <a:lnTo>
                  <a:pt x="0" y="312810"/>
                </a:lnTo>
                <a:close/>
              </a:path>
            </a:pathLst>
          </a:cu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4247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909CA07-224A-8BEC-2CF8-CFAC569DC690}"/>
              </a:ext>
            </a:extLst>
          </p:cNvPr>
          <p:cNvSpPr/>
          <p:nvPr userDrawn="1"/>
        </p:nvSpPr>
        <p:spPr>
          <a:xfrm rot="16200000">
            <a:off x="4623773" y="-1919907"/>
            <a:ext cx="2944460" cy="121920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25" name="Espace réservé pour une image  24">
            <a:extLst>
              <a:ext uri="{FF2B5EF4-FFF2-40B4-BE49-F238E27FC236}">
                <a16:creationId xmlns:a16="http://schemas.microsoft.com/office/drawing/2014/main" id="{689B838F-5870-FF14-ED82-FEBB27B7B70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74713" y="1724025"/>
            <a:ext cx="2303462" cy="2303462"/>
          </a:xfrm>
          <a:custGeom>
            <a:avLst/>
            <a:gdLst>
              <a:gd name="connsiteX0" fmla="*/ 1292225 w 2584450"/>
              <a:gd name="connsiteY0" fmla="*/ 0 h 2584450"/>
              <a:gd name="connsiteX1" fmla="*/ 2584450 w 2584450"/>
              <a:gd name="connsiteY1" fmla="*/ 1292225 h 2584450"/>
              <a:gd name="connsiteX2" fmla="*/ 1292225 w 2584450"/>
              <a:gd name="connsiteY2" fmla="*/ 2584450 h 2584450"/>
              <a:gd name="connsiteX3" fmla="*/ 0 w 2584450"/>
              <a:gd name="connsiteY3" fmla="*/ 1292225 h 2584450"/>
              <a:gd name="connsiteX4" fmla="*/ 1292225 w 2584450"/>
              <a:gd name="connsiteY4" fmla="*/ 0 h 258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4450" h="2584450">
                <a:moveTo>
                  <a:pt x="1292225" y="0"/>
                </a:moveTo>
                <a:cubicBezTo>
                  <a:pt x="2005901" y="0"/>
                  <a:pt x="2584450" y="578549"/>
                  <a:pt x="2584450" y="1292225"/>
                </a:cubicBezTo>
                <a:cubicBezTo>
                  <a:pt x="2584450" y="2005901"/>
                  <a:pt x="2005901" y="2584450"/>
                  <a:pt x="1292225" y="2584450"/>
                </a:cubicBezTo>
                <a:cubicBezTo>
                  <a:pt x="578549" y="2584450"/>
                  <a:pt x="0" y="2005901"/>
                  <a:pt x="0" y="1292225"/>
                </a:cubicBezTo>
                <a:cubicBezTo>
                  <a:pt x="0" y="578549"/>
                  <a:pt x="578549" y="0"/>
                  <a:pt x="129222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0" tIns="1620000" rIns="0" bIns="0">
            <a:noAutofit/>
          </a:bodyPr>
          <a:lstStyle>
            <a:lvl1pPr algn="ctr">
              <a:spcBef>
                <a:spcPts val="0"/>
              </a:spcBef>
              <a:defRPr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31FDC01-B50F-42B4-DDB7-94847A009D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>
          <a:xfrm>
            <a:off x="4640263" y="2580039"/>
            <a:ext cx="6677025" cy="123825"/>
          </a:xfrm>
          <a:prstGeom prst="rect">
            <a:avLst/>
          </a:prstGeom>
        </p:spPr>
      </p:pic>
      <p:sp>
        <p:nvSpPr>
          <p:cNvPr id="36" name="Forme libre 19">
            <a:extLst>
              <a:ext uri="{FF2B5EF4-FFF2-40B4-BE49-F238E27FC236}">
                <a16:creationId xmlns:a16="http://schemas.microsoft.com/office/drawing/2014/main" id="{7AC1FA3D-70C5-F7CA-0155-6210862B196E}"/>
              </a:ext>
            </a:extLst>
          </p:cNvPr>
          <p:cNvSpPr/>
          <p:nvPr userDrawn="1"/>
        </p:nvSpPr>
        <p:spPr>
          <a:xfrm>
            <a:off x="3443381" y="2580039"/>
            <a:ext cx="867223" cy="686657"/>
          </a:xfrm>
          <a:custGeom>
            <a:avLst/>
            <a:gdLst/>
            <a:ahLst/>
            <a:cxnLst/>
            <a:rect l="l" t="t" r="r" b="b"/>
            <a:pathLst>
              <a:path w="867223" h="686657">
                <a:moveTo>
                  <a:pt x="480660" y="0"/>
                </a:moveTo>
                <a:lnTo>
                  <a:pt x="813816" y="0"/>
                </a:lnTo>
                <a:cubicBezTo>
                  <a:pt x="849420" y="106813"/>
                  <a:pt x="867223" y="206845"/>
                  <a:pt x="867223" y="300094"/>
                </a:cubicBezTo>
                <a:cubicBezTo>
                  <a:pt x="867223" y="417081"/>
                  <a:pt x="836705" y="510754"/>
                  <a:pt x="775668" y="581115"/>
                </a:cubicBezTo>
                <a:cubicBezTo>
                  <a:pt x="714632" y="651476"/>
                  <a:pt x="625621" y="686657"/>
                  <a:pt x="508635" y="686657"/>
                </a:cubicBezTo>
                <a:lnTo>
                  <a:pt x="508635" y="523894"/>
                </a:lnTo>
                <a:cubicBezTo>
                  <a:pt x="598494" y="523894"/>
                  <a:pt x="643423" y="467096"/>
                  <a:pt x="643423" y="353501"/>
                </a:cubicBezTo>
                <a:lnTo>
                  <a:pt x="643423" y="312810"/>
                </a:lnTo>
                <a:lnTo>
                  <a:pt x="480660" y="312810"/>
                </a:lnTo>
                <a:close/>
                <a:moveTo>
                  <a:pt x="0" y="0"/>
                </a:moveTo>
                <a:lnTo>
                  <a:pt x="333156" y="0"/>
                </a:lnTo>
                <a:cubicBezTo>
                  <a:pt x="365370" y="96640"/>
                  <a:pt x="381476" y="196672"/>
                  <a:pt x="381476" y="300094"/>
                </a:cubicBezTo>
                <a:cubicBezTo>
                  <a:pt x="381476" y="417081"/>
                  <a:pt x="351382" y="510754"/>
                  <a:pt x="291194" y="581115"/>
                </a:cubicBezTo>
                <a:cubicBezTo>
                  <a:pt x="231005" y="651476"/>
                  <a:pt x="143266" y="686657"/>
                  <a:pt x="27975" y="686657"/>
                </a:cubicBezTo>
                <a:lnTo>
                  <a:pt x="27975" y="523894"/>
                </a:lnTo>
                <a:cubicBezTo>
                  <a:pt x="116138" y="523894"/>
                  <a:pt x="160220" y="467096"/>
                  <a:pt x="160220" y="353501"/>
                </a:cubicBezTo>
                <a:lnTo>
                  <a:pt x="160220" y="312810"/>
                </a:lnTo>
                <a:lnTo>
                  <a:pt x="0" y="312810"/>
                </a:lnTo>
                <a:close/>
              </a:path>
            </a:pathLst>
          </a:cu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38" name="Espace réservé du texte 4">
            <a:extLst>
              <a:ext uri="{FF2B5EF4-FFF2-40B4-BE49-F238E27FC236}">
                <a16:creationId xmlns:a16="http://schemas.microsoft.com/office/drawing/2014/main" id="{AC79A75B-FC5C-9B81-3735-33D306DADD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3258" y="4700713"/>
            <a:ext cx="3578767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accent1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Name</a:t>
            </a:r>
          </a:p>
          <a:p>
            <a:pPr lvl="0"/>
            <a:r>
              <a:rPr lang="fr-FR"/>
              <a:t>Job </a:t>
            </a:r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FDE0AB36-C4B3-2D46-6CE2-52A6626DC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31838" y="4242355"/>
            <a:ext cx="0" cy="576000"/>
          </a:xfrm>
          <a:prstGeom prst="line">
            <a:avLst/>
          </a:prstGeom>
          <a:ln w="12700" cap="rnd">
            <a:solidFill>
              <a:srgbClr val="CF02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F0A84BDF-E95F-673A-B1AB-7DC84D564E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40263" y="3163887"/>
            <a:ext cx="6677025" cy="2124074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9B500900-D88C-5DD6-53F8-8113C1CAD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1058545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4" name="Espace réservé du texte 13">
            <a:extLst>
              <a:ext uri="{FF2B5EF4-FFF2-40B4-BE49-F238E27FC236}">
                <a16:creationId xmlns:a16="http://schemas.microsoft.com/office/drawing/2014/main" id="{3E3BD44F-E817-209A-AAAA-E984DABF0B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10585450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86155762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BEF4435-62AC-381F-E3F1-F9B0ACA04006}"/>
              </a:ext>
            </a:extLst>
          </p:cNvPr>
          <p:cNvSpPr/>
          <p:nvPr userDrawn="1"/>
        </p:nvSpPr>
        <p:spPr>
          <a:xfrm>
            <a:off x="0" y="1755648"/>
            <a:ext cx="12192000" cy="3892677"/>
          </a:xfrm>
          <a:prstGeom prst="rect">
            <a:avLst/>
          </a:prstGeom>
          <a:gradFill flip="none" rotWithShape="1">
            <a:gsLst>
              <a:gs pos="60000">
                <a:srgbClr val="CF022B"/>
              </a:gs>
              <a:gs pos="10000">
                <a:srgbClr val="8B1D82"/>
              </a:gs>
              <a:gs pos="0">
                <a:srgbClr val="4D1D82"/>
              </a:gs>
              <a:gs pos="100000">
                <a:srgbClr val="F07D00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fr-FR" b="1" i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16" name="Forme libre 15">
            <a:extLst>
              <a:ext uri="{FF2B5EF4-FFF2-40B4-BE49-F238E27FC236}">
                <a16:creationId xmlns:a16="http://schemas.microsoft.com/office/drawing/2014/main" id="{3643BAAC-5BFF-B8DD-AA43-D19295A2152B}"/>
              </a:ext>
            </a:extLst>
          </p:cNvPr>
          <p:cNvSpPr/>
          <p:nvPr userDrawn="1"/>
        </p:nvSpPr>
        <p:spPr>
          <a:xfrm>
            <a:off x="876654" y="2334192"/>
            <a:ext cx="867223" cy="686657"/>
          </a:xfrm>
          <a:custGeom>
            <a:avLst/>
            <a:gdLst/>
            <a:ahLst/>
            <a:cxnLst/>
            <a:rect l="l" t="t" r="r" b="b"/>
            <a:pathLst>
              <a:path w="867223" h="686657">
                <a:moveTo>
                  <a:pt x="480660" y="0"/>
                </a:moveTo>
                <a:lnTo>
                  <a:pt x="813816" y="0"/>
                </a:lnTo>
                <a:cubicBezTo>
                  <a:pt x="849420" y="106813"/>
                  <a:pt x="867223" y="206845"/>
                  <a:pt x="867223" y="300094"/>
                </a:cubicBezTo>
                <a:cubicBezTo>
                  <a:pt x="867223" y="417081"/>
                  <a:pt x="836705" y="510754"/>
                  <a:pt x="775668" y="581115"/>
                </a:cubicBezTo>
                <a:cubicBezTo>
                  <a:pt x="714632" y="651476"/>
                  <a:pt x="625621" y="686657"/>
                  <a:pt x="508635" y="686657"/>
                </a:cubicBezTo>
                <a:lnTo>
                  <a:pt x="508635" y="523894"/>
                </a:lnTo>
                <a:cubicBezTo>
                  <a:pt x="598494" y="523894"/>
                  <a:pt x="643423" y="467096"/>
                  <a:pt x="643423" y="353501"/>
                </a:cubicBezTo>
                <a:lnTo>
                  <a:pt x="643423" y="312810"/>
                </a:lnTo>
                <a:lnTo>
                  <a:pt x="480660" y="312810"/>
                </a:lnTo>
                <a:close/>
                <a:moveTo>
                  <a:pt x="0" y="0"/>
                </a:moveTo>
                <a:lnTo>
                  <a:pt x="333156" y="0"/>
                </a:lnTo>
                <a:cubicBezTo>
                  <a:pt x="365370" y="96640"/>
                  <a:pt x="381476" y="196672"/>
                  <a:pt x="381476" y="300094"/>
                </a:cubicBezTo>
                <a:cubicBezTo>
                  <a:pt x="381476" y="417081"/>
                  <a:pt x="351382" y="510754"/>
                  <a:pt x="291194" y="581115"/>
                </a:cubicBezTo>
                <a:cubicBezTo>
                  <a:pt x="231005" y="651476"/>
                  <a:pt x="143266" y="686657"/>
                  <a:pt x="27975" y="686657"/>
                </a:cubicBezTo>
                <a:lnTo>
                  <a:pt x="27975" y="523894"/>
                </a:lnTo>
                <a:cubicBezTo>
                  <a:pt x="116138" y="523894"/>
                  <a:pt x="160220" y="467096"/>
                  <a:pt x="160220" y="353501"/>
                </a:cubicBezTo>
                <a:lnTo>
                  <a:pt x="160220" y="312810"/>
                </a:lnTo>
                <a:lnTo>
                  <a:pt x="0" y="312810"/>
                </a:lnTo>
                <a:close/>
              </a:path>
            </a:pathLst>
          </a:custGeom>
          <a:noFill/>
          <a:ln w="158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8A0B9E87-5950-A55B-08B6-ACA10E7ED96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74713" y="4737226"/>
            <a:ext cx="3578767" cy="587250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Name</a:t>
            </a:r>
          </a:p>
          <a:p>
            <a:pPr lvl="0"/>
            <a:r>
              <a:rPr lang="fr-FR"/>
              <a:t>Job </a:t>
            </a:r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A9E2C2DB-E8B8-BB08-7AA2-8FD9FCA06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874714" y="4278868"/>
            <a:ext cx="0" cy="57600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B532BDAB-611B-B716-2856-975EE6BA2B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58751" y="2334193"/>
            <a:ext cx="9201412" cy="2232676"/>
          </a:xfrm>
        </p:spPr>
        <p:txBody>
          <a:bodyPr anchor="t"/>
          <a:lstStyle>
            <a:lvl1pP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28C3466D-834E-E937-7CE9-42C65B60A2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1058545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4" name="Espace réservé du texte 13">
            <a:extLst>
              <a:ext uri="{FF2B5EF4-FFF2-40B4-BE49-F238E27FC236}">
                <a16:creationId xmlns:a16="http://schemas.microsoft.com/office/drawing/2014/main" id="{26992F36-6876-E877-F720-C8AB724F16E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10585450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8213063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llar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909CA07-224A-8BEC-2CF8-CFAC569DC690}"/>
              </a:ext>
            </a:extLst>
          </p:cNvPr>
          <p:cNvSpPr/>
          <p:nvPr userDrawn="1"/>
        </p:nvSpPr>
        <p:spPr>
          <a:xfrm rot="16200000">
            <a:off x="3934620" y="-1877220"/>
            <a:ext cx="3590925" cy="11460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9D44453D-0E3E-67F2-EFC6-1709603AFF05}"/>
              </a:ext>
            </a:extLst>
          </p:cNvPr>
          <p:cNvGrpSpPr/>
          <p:nvPr userDrawn="1"/>
        </p:nvGrpSpPr>
        <p:grpSpPr>
          <a:xfrm>
            <a:off x="883261" y="1938101"/>
            <a:ext cx="9928644" cy="119869"/>
            <a:chOff x="719137" y="2005239"/>
            <a:chExt cx="10555225" cy="15180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F731E61-3403-613C-A3D6-3498C64F4BF4}"/>
                </a:ext>
              </a:extLst>
            </p:cNvPr>
            <p:cNvSpPr/>
            <p:nvPr userDrawn="1"/>
          </p:nvSpPr>
          <p:spPr>
            <a:xfrm>
              <a:off x="719137" y="2005239"/>
              <a:ext cx="3048002" cy="151807"/>
            </a:xfrm>
            <a:prstGeom prst="rect">
              <a:avLst/>
            </a:prstGeom>
            <a:gradFill flip="none" rotWithShape="1">
              <a:gsLst>
                <a:gs pos="0">
                  <a:srgbClr val="CF022B"/>
                </a:gs>
                <a:gs pos="100000">
                  <a:srgbClr val="F07D00"/>
                </a:gs>
              </a:gsLst>
              <a:lin ang="16800000" scaled="0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252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r"/>
              <a:endParaRPr lang="fr-FR" sz="2000" b="1">
                <a:solidFill>
                  <a:schemeClr val="bg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1FDC9D8-29E2-E7BB-F9F2-BFF74DA49BFB}"/>
                </a:ext>
              </a:extLst>
            </p:cNvPr>
            <p:cNvSpPr/>
            <p:nvPr userDrawn="1"/>
          </p:nvSpPr>
          <p:spPr>
            <a:xfrm>
              <a:off x="4472193" y="2005239"/>
              <a:ext cx="3048002" cy="151807"/>
            </a:xfrm>
            <a:prstGeom prst="rect">
              <a:avLst/>
            </a:prstGeom>
            <a:gradFill>
              <a:gsLst>
                <a:gs pos="3000">
                  <a:srgbClr val="0029B6"/>
                </a:gs>
                <a:gs pos="100000">
                  <a:srgbClr val="32ABD0"/>
                </a:gs>
              </a:gsLst>
              <a:lin ang="16800000" scaled="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252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r"/>
              <a:endParaRPr lang="fr-FR" b="1">
                <a:solidFill>
                  <a:schemeClr val="bg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7273E3B-2BF2-DA66-79A8-5858F56DF275}"/>
                </a:ext>
              </a:extLst>
            </p:cNvPr>
            <p:cNvSpPr/>
            <p:nvPr userDrawn="1"/>
          </p:nvSpPr>
          <p:spPr>
            <a:xfrm>
              <a:off x="8226360" y="2005239"/>
              <a:ext cx="3048002" cy="151807"/>
            </a:xfrm>
            <a:prstGeom prst="rect">
              <a:avLst/>
            </a:prstGeom>
            <a:gradFill>
              <a:gsLst>
                <a:gs pos="82000">
                  <a:srgbClr val="E91D82"/>
                </a:gs>
                <a:gs pos="0">
                  <a:srgbClr val="4D1D82"/>
                </a:gs>
              </a:gsLst>
              <a:lin ang="16800000" scaled="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252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r"/>
              <a:endParaRPr lang="fr-FR" b="1">
                <a:solidFill>
                  <a:schemeClr val="bg1"/>
                </a:solidFill>
              </a:endParaRPr>
            </a:p>
          </p:txBody>
        </p:sp>
      </p:grpSp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37547E4A-C512-33ED-E61C-70C4C145AD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3260" y="2422007"/>
            <a:ext cx="2867066" cy="2865955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69951C98-7CCF-D374-7679-9DD2E25E9D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13527" y="2414376"/>
            <a:ext cx="2867066" cy="2865955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CC43E908-8352-C9E2-2CD9-3003A3A8641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44839" y="2422007"/>
            <a:ext cx="2867066" cy="2865955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DB24F5D7-FB32-DB02-CF5C-AEB3AB6BCC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1058545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6" name="Espace réservé du texte 13">
            <a:extLst>
              <a:ext uri="{FF2B5EF4-FFF2-40B4-BE49-F238E27FC236}">
                <a16:creationId xmlns:a16="http://schemas.microsoft.com/office/drawing/2014/main" id="{683EDB64-8269-3882-88D8-62CC59CFCB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10585450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29761645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llar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909CA07-224A-8BEC-2CF8-CFAC569DC690}"/>
              </a:ext>
            </a:extLst>
          </p:cNvPr>
          <p:cNvSpPr/>
          <p:nvPr userDrawn="1"/>
        </p:nvSpPr>
        <p:spPr>
          <a:xfrm rot="16200000">
            <a:off x="3934620" y="-1877220"/>
            <a:ext cx="3590925" cy="11460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37547E4A-C512-33ED-E61C-70C4C145AD1D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83261" y="2422007"/>
            <a:ext cx="2065862" cy="2865955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69951C98-7CCF-D374-7679-9DD2E25E9D9B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3418446" y="2414376"/>
            <a:ext cx="2065862" cy="2865955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CC43E908-8352-C9E2-2CD9-3003A3A8641D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5962930" y="2422007"/>
            <a:ext cx="2065862" cy="2865955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DB24F5D7-FB32-DB02-CF5C-AEB3AB6BCC2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874713" y="404813"/>
            <a:ext cx="1058545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6" name="Espace réservé du texte 13">
            <a:extLst>
              <a:ext uri="{FF2B5EF4-FFF2-40B4-BE49-F238E27FC236}">
                <a16:creationId xmlns:a16="http://schemas.microsoft.com/office/drawing/2014/main" id="{683EDB64-8269-3882-88D8-62CC59CFCB82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74713" y="980880"/>
            <a:ext cx="10585450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731E61-3403-613C-A3D6-3498C64F4BF4}"/>
              </a:ext>
            </a:extLst>
          </p:cNvPr>
          <p:cNvSpPr/>
          <p:nvPr userDrawn="1"/>
        </p:nvSpPr>
        <p:spPr>
          <a:xfrm>
            <a:off x="874716" y="1937530"/>
            <a:ext cx="2065862" cy="119869"/>
          </a:xfrm>
          <a:prstGeom prst="rect">
            <a:avLst/>
          </a:prstGeom>
          <a:gradFill flip="none" rotWithShape="1">
            <a:gsLst>
              <a:gs pos="0">
                <a:srgbClr val="CF022B"/>
              </a:gs>
              <a:gs pos="100000">
                <a:srgbClr val="F07D00"/>
              </a:gs>
            </a:gsLst>
            <a:lin ang="16800000" scaled="0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25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/>
            <a:endParaRPr lang="fr-FR" sz="2000" b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FDC9D8-29E2-E7BB-F9F2-BFF74DA49BFB}"/>
              </a:ext>
            </a:extLst>
          </p:cNvPr>
          <p:cNvSpPr/>
          <p:nvPr userDrawn="1"/>
        </p:nvSpPr>
        <p:spPr>
          <a:xfrm>
            <a:off x="3418447" y="1937530"/>
            <a:ext cx="2065862" cy="119869"/>
          </a:xfrm>
          <a:prstGeom prst="rect">
            <a:avLst/>
          </a:prstGeom>
          <a:gradFill>
            <a:gsLst>
              <a:gs pos="3000">
                <a:srgbClr val="0029B6"/>
              </a:gs>
              <a:gs pos="100000">
                <a:srgbClr val="32ABD0"/>
              </a:gs>
            </a:gsLst>
            <a:lin ang="16800000" scaled="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25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/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273E3B-2BF2-DA66-79A8-5858F56DF275}"/>
              </a:ext>
            </a:extLst>
          </p:cNvPr>
          <p:cNvSpPr/>
          <p:nvPr userDrawn="1"/>
        </p:nvSpPr>
        <p:spPr>
          <a:xfrm>
            <a:off x="5962930" y="1937530"/>
            <a:ext cx="2065862" cy="119869"/>
          </a:xfrm>
          <a:prstGeom prst="rect">
            <a:avLst/>
          </a:prstGeom>
          <a:gradFill>
            <a:gsLst>
              <a:gs pos="82000">
                <a:srgbClr val="E91D82"/>
              </a:gs>
              <a:gs pos="0">
                <a:srgbClr val="4D1D82"/>
              </a:gs>
            </a:gsLst>
            <a:lin ang="16800000" scaled="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25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/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8760E0-DA9A-82B7-FD88-87FD74248255}"/>
              </a:ext>
            </a:extLst>
          </p:cNvPr>
          <p:cNvSpPr/>
          <p:nvPr userDrawn="1"/>
        </p:nvSpPr>
        <p:spPr>
          <a:xfrm>
            <a:off x="8507414" y="1937530"/>
            <a:ext cx="2065862" cy="119869"/>
          </a:xfrm>
          <a:prstGeom prst="rect">
            <a:avLst/>
          </a:prstGeom>
          <a:gradFill>
            <a:gsLst>
              <a:gs pos="0">
                <a:srgbClr val="004888"/>
              </a:gs>
              <a:gs pos="100000">
                <a:srgbClr val="00F188"/>
              </a:gs>
            </a:gsLst>
            <a:lin ang="16800000" scaled="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25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/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7130D491-0AD9-AB6E-7083-2BF91459C132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8507414" y="2422007"/>
            <a:ext cx="2065862" cy="2865955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9707176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illar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909CA07-224A-8BEC-2CF8-CFAC569DC690}"/>
              </a:ext>
            </a:extLst>
          </p:cNvPr>
          <p:cNvSpPr/>
          <p:nvPr userDrawn="1"/>
        </p:nvSpPr>
        <p:spPr>
          <a:xfrm rot="16200000">
            <a:off x="3934620" y="-1877220"/>
            <a:ext cx="3590925" cy="11460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37547E4A-C512-33ED-E61C-70C4C145AD1D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83261" y="2422007"/>
            <a:ext cx="1703226" cy="2865955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69951C98-7CCF-D374-7679-9DD2E25E9D9B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2971927" y="2414376"/>
            <a:ext cx="1703226" cy="2865955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CC43E908-8352-C9E2-2CD9-3003A3A8641D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5069758" y="2422007"/>
            <a:ext cx="1703226" cy="2865955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DB24F5D7-FB32-DB02-CF5C-AEB3AB6BCC2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874713" y="404813"/>
            <a:ext cx="1058545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6" name="Espace réservé du texte 13">
            <a:extLst>
              <a:ext uri="{FF2B5EF4-FFF2-40B4-BE49-F238E27FC236}">
                <a16:creationId xmlns:a16="http://schemas.microsoft.com/office/drawing/2014/main" id="{683EDB64-8269-3882-88D8-62CC59CFCB82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74713" y="980880"/>
            <a:ext cx="10585450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731E61-3403-613C-A3D6-3498C64F4BF4}"/>
              </a:ext>
            </a:extLst>
          </p:cNvPr>
          <p:cNvSpPr/>
          <p:nvPr userDrawn="1"/>
        </p:nvSpPr>
        <p:spPr>
          <a:xfrm>
            <a:off x="874716" y="1937530"/>
            <a:ext cx="1703226" cy="119869"/>
          </a:xfrm>
          <a:prstGeom prst="rect">
            <a:avLst/>
          </a:prstGeom>
          <a:gradFill flip="none" rotWithShape="1">
            <a:gsLst>
              <a:gs pos="0">
                <a:srgbClr val="CF022B"/>
              </a:gs>
              <a:gs pos="100000">
                <a:srgbClr val="F07D00"/>
              </a:gs>
            </a:gsLst>
            <a:lin ang="16800000" scaled="0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25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/>
            <a:endParaRPr lang="fr-FR" sz="2000" b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FDC9D8-29E2-E7BB-F9F2-BFF74DA49BFB}"/>
              </a:ext>
            </a:extLst>
          </p:cNvPr>
          <p:cNvSpPr/>
          <p:nvPr userDrawn="1"/>
        </p:nvSpPr>
        <p:spPr>
          <a:xfrm>
            <a:off x="2980486" y="1937529"/>
            <a:ext cx="1703226" cy="119869"/>
          </a:xfrm>
          <a:prstGeom prst="rect">
            <a:avLst/>
          </a:prstGeom>
          <a:gradFill>
            <a:gsLst>
              <a:gs pos="3000">
                <a:srgbClr val="0029B6"/>
              </a:gs>
              <a:gs pos="100000">
                <a:srgbClr val="32ABD0"/>
              </a:gs>
            </a:gsLst>
            <a:lin ang="16800000" scaled="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25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/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273E3B-2BF2-DA66-79A8-5858F56DF275}"/>
              </a:ext>
            </a:extLst>
          </p:cNvPr>
          <p:cNvSpPr/>
          <p:nvPr userDrawn="1"/>
        </p:nvSpPr>
        <p:spPr>
          <a:xfrm>
            <a:off x="5069758" y="1937530"/>
            <a:ext cx="1703226" cy="119869"/>
          </a:xfrm>
          <a:prstGeom prst="rect">
            <a:avLst/>
          </a:prstGeom>
          <a:gradFill>
            <a:gsLst>
              <a:gs pos="82000">
                <a:srgbClr val="E91D82"/>
              </a:gs>
              <a:gs pos="0">
                <a:srgbClr val="4D1D82"/>
              </a:gs>
            </a:gsLst>
            <a:lin ang="16800000" scaled="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25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/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8760E0-DA9A-82B7-FD88-87FD74248255}"/>
              </a:ext>
            </a:extLst>
          </p:cNvPr>
          <p:cNvSpPr/>
          <p:nvPr userDrawn="1"/>
        </p:nvSpPr>
        <p:spPr>
          <a:xfrm>
            <a:off x="7175528" y="1937529"/>
            <a:ext cx="1703226" cy="119869"/>
          </a:xfrm>
          <a:prstGeom prst="rect">
            <a:avLst/>
          </a:prstGeom>
          <a:gradFill>
            <a:gsLst>
              <a:gs pos="0">
                <a:srgbClr val="004888"/>
              </a:gs>
              <a:gs pos="100000">
                <a:srgbClr val="00F188"/>
              </a:gs>
            </a:gsLst>
            <a:lin ang="16800000" scaled="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25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/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7130D491-0AD9-AB6E-7083-2BF91459C132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7167590" y="2422007"/>
            <a:ext cx="1703226" cy="2865955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47D010-D3BB-413B-3A11-8ED2BDA30C3D}"/>
              </a:ext>
            </a:extLst>
          </p:cNvPr>
          <p:cNvSpPr/>
          <p:nvPr userDrawn="1"/>
        </p:nvSpPr>
        <p:spPr>
          <a:xfrm>
            <a:off x="9265422" y="1937529"/>
            <a:ext cx="1703226" cy="119869"/>
          </a:xfrm>
          <a:prstGeom prst="rect">
            <a:avLst/>
          </a:prstGeom>
          <a:gradFill>
            <a:gsLst>
              <a:gs pos="0">
                <a:srgbClr val="F05B00"/>
              </a:gs>
              <a:gs pos="100000">
                <a:srgbClr val="FFEA00"/>
              </a:gs>
            </a:gsLst>
            <a:lin ang="16800000" scaled="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25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/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1907D36D-9B27-B1C4-E605-B173CD6B400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65422" y="2414375"/>
            <a:ext cx="1703226" cy="2865955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284960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909CA07-224A-8BEC-2CF8-CFAC569DC690}"/>
              </a:ext>
            </a:extLst>
          </p:cNvPr>
          <p:cNvSpPr/>
          <p:nvPr userDrawn="1"/>
        </p:nvSpPr>
        <p:spPr>
          <a:xfrm rot="16200000">
            <a:off x="-1396998" y="1397002"/>
            <a:ext cx="6857998" cy="4063998"/>
          </a:xfrm>
          <a:prstGeom prst="rect">
            <a:avLst/>
          </a:prstGeom>
          <a:gradFill>
            <a:gsLst>
              <a:gs pos="0">
                <a:srgbClr val="EEEEED">
                  <a:alpha val="0"/>
                </a:srgbClr>
              </a:gs>
              <a:gs pos="8000">
                <a:srgbClr val="EEEEED"/>
              </a:gs>
              <a:gs pos="100000">
                <a:srgbClr val="EEEEED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473076-0985-3239-7A3D-9750FEA63EC2}"/>
              </a:ext>
            </a:extLst>
          </p:cNvPr>
          <p:cNvSpPr/>
          <p:nvPr userDrawn="1"/>
        </p:nvSpPr>
        <p:spPr>
          <a:xfrm rot="16200000">
            <a:off x="2667002" y="1397000"/>
            <a:ext cx="6857998" cy="40639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07E4F5-31F4-E788-B056-240A89775E63}"/>
              </a:ext>
            </a:extLst>
          </p:cNvPr>
          <p:cNvSpPr/>
          <p:nvPr userDrawn="1"/>
        </p:nvSpPr>
        <p:spPr>
          <a:xfrm rot="16200000">
            <a:off x="6731002" y="1397000"/>
            <a:ext cx="6857998" cy="40639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F85380-5229-D29E-2F60-C82EEF067CD1}"/>
              </a:ext>
            </a:extLst>
          </p:cNvPr>
          <p:cNvSpPr/>
          <p:nvPr userDrawn="1"/>
        </p:nvSpPr>
        <p:spPr>
          <a:xfrm>
            <a:off x="0" y="6827024"/>
            <a:ext cx="12204000" cy="43200"/>
          </a:xfrm>
          <a:prstGeom prst="rect">
            <a:avLst/>
          </a:prstGeom>
          <a:gradFill>
            <a:gsLst>
              <a:gs pos="12000">
                <a:srgbClr val="8B1D82"/>
              </a:gs>
              <a:gs pos="0">
                <a:srgbClr val="4D1D82"/>
              </a:gs>
              <a:gs pos="29000">
                <a:srgbClr val="CF022B"/>
              </a:gs>
              <a:gs pos="100000">
                <a:srgbClr val="F07D00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6DE1B03B-7036-E2E3-EBDF-45A9BE4C0ED2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598468" y="1592263"/>
            <a:ext cx="2867066" cy="254429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>
                <a:gradFill>
                  <a:gsLst>
                    <a:gs pos="0">
                      <a:schemeClr val="accent1"/>
                    </a:gs>
                    <a:gs pos="100000">
                      <a:srgbClr val="F07D00"/>
                    </a:gs>
                  </a:gsLst>
                  <a:lin ang="600000" scaled="0"/>
                </a:gra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Sous-titre 1</a:t>
            </a:r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BBBF3A4C-8EEF-C79D-374C-B5C5264C60AC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4662468" y="1592263"/>
            <a:ext cx="2867065" cy="2462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tabLst>
                <a:tab pos="449263" algn="l"/>
              </a:tabLst>
              <a:defRPr lang="fr-FR" sz="1600" b="1" kern="0" dirty="0">
                <a:gradFill flip="none" rotWithShape="1">
                  <a:gsLst>
                    <a:gs pos="0">
                      <a:srgbClr val="012BB6"/>
                    </a:gs>
                    <a:gs pos="100000">
                      <a:srgbClr val="31A8CF"/>
                    </a:gs>
                  </a:gsLst>
                  <a:lin ang="18900000" scaled="0"/>
                  <a:tileRect/>
                </a:gradFill>
                <a:latin typeface="+mn-lt"/>
                <a:ea typeface="+mn-ea"/>
                <a:cs typeface="+mn-cs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Sous-titre 2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E8EBB66-793A-2FAF-3357-68C70D50D993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68B5AA1E-8F5D-8A39-4BBE-9A33A4F2D9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8468" y="2042648"/>
            <a:ext cx="2875171" cy="2753583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947349CE-989E-11FA-6295-E485073DF88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662469" y="2042647"/>
            <a:ext cx="2875170" cy="2753583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07F169E4-0D3E-957A-D510-8FE2E05EDFB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34573" y="2030421"/>
            <a:ext cx="2875170" cy="2753583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3C383FFD-EECB-61F2-73D9-A212EF2FF9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10585448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8" name="Espace réservé du texte 13">
            <a:extLst>
              <a:ext uri="{FF2B5EF4-FFF2-40B4-BE49-F238E27FC236}">
                <a16:creationId xmlns:a16="http://schemas.microsoft.com/office/drawing/2014/main" id="{E7BFCF86-E129-DC04-AB29-5DAC20DF40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10585448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B115A4BE-DEE1-4414-C871-84083D578BA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55F2E3CE-9BA7-5947-7F38-5129C1F0F2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734573" y="1592263"/>
            <a:ext cx="2867065" cy="2462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tabLst>
                <a:tab pos="449263" algn="l"/>
              </a:tabLst>
              <a:defRPr lang="fr-FR" sz="1600" b="1" kern="0" dirty="0">
                <a:gradFill flip="none" rotWithShape="1">
                  <a:gsLst>
                    <a:gs pos="0">
                      <a:srgbClr val="6C1D82"/>
                    </a:gs>
                    <a:gs pos="100000">
                      <a:srgbClr val="E61D82"/>
                    </a:gs>
                  </a:gsLst>
                  <a:lin ang="18900000" scaled="0"/>
                  <a:tileRect/>
                </a:gradFill>
                <a:latin typeface="+mn-lt"/>
                <a:ea typeface="+mn-ea"/>
                <a:cs typeface="+mn-cs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Sous-titre 2</a:t>
            </a:r>
          </a:p>
        </p:txBody>
      </p:sp>
    </p:spTree>
    <p:extLst>
      <p:ext uri="{BB962C8B-B14F-4D97-AF65-F5344CB8AC3E}">
        <p14:creationId xmlns:p14="http://schemas.microsoft.com/office/powerpoint/2010/main" val="387925138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eo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BEF4435-62AC-381F-E3F1-F9B0ACA04006}"/>
              </a:ext>
            </a:extLst>
          </p:cNvPr>
          <p:cNvSpPr/>
          <p:nvPr userDrawn="1"/>
        </p:nvSpPr>
        <p:spPr>
          <a:xfrm>
            <a:off x="0" y="1979710"/>
            <a:ext cx="12192000" cy="2397968"/>
          </a:xfrm>
          <a:prstGeom prst="rect">
            <a:avLst/>
          </a:prstGeom>
          <a:gradFill flip="none" rotWithShape="1">
            <a:gsLst>
              <a:gs pos="60000">
                <a:srgbClr val="CF022B"/>
              </a:gs>
              <a:gs pos="10000">
                <a:srgbClr val="8B1D82"/>
              </a:gs>
              <a:gs pos="0">
                <a:srgbClr val="4D1D82"/>
              </a:gs>
              <a:gs pos="100000">
                <a:srgbClr val="F07D00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fr-FR" b="1" i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12" name="Espace réservé pour une image  24">
            <a:extLst>
              <a:ext uri="{FF2B5EF4-FFF2-40B4-BE49-F238E27FC236}">
                <a16:creationId xmlns:a16="http://schemas.microsoft.com/office/drawing/2014/main" id="{38C0EC5A-0803-F17D-F041-C942523DCC6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32117" y="1690206"/>
            <a:ext cx="1378405" cy="1378405"/>
          </a:xfrm>
          <a:custGeom>
            <a:avLst/>
            <a:gdLst>
              <a:gd name="connsiteX0" fmla="*/ 1292225 w 2584450"/>
              <a:gd name="connsiteY0" fmla="*/ 0 h 2584450"/>
              <a:gd name="connsiteX1" fmla="*/ 2584450 w 2584450"/>
              <a:gd name="connsiteY1" fmla="*/ 1292225 h 2584450"/>
              <a:gd name="connsiteX2" fmla="*/ 1292225 w 2584450"/>
              <a:gd name="connsiteY2" fmla="*/ 2584450 h 2584450"/>
              <a:gd name="connsiteX3" fmla="*/ 0 w 2584450"/>
              <a:gd name="connsiteY3" fmla="*/ 1292225 h 2584450"/>
              <a:gd name="connsiteX4" fmla="*/ 1292225 w 2584450"/>
              <a:gd name="connsiteY4" fmla="*/ 0 h 258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4450" h="2584450">
                <a:moveTo>
                  <a:pt x="1292225" y="0"/>
                </a:moveTo>
                <a:cubicBezTo>
                  <a:pt x="2005901" y="0"/>
                  <a:pt x="2584450" y="578549"/>
                  <a:pt x="2584450" y="1292225"/>
                </a:cubicBezTo>
                <a:cubicBezTo>
                  <a:pt x="2584450" y="2005901"/>
                  <a:pt x="2005901" y="2584450"/>
                  <a:pt x="1292225" y="2584450"/>
                </a:cubicBezTo>
                <a:cubicBezTo>
                  <a:pt x="578549" y="2584450"/>
                  <a:pt x="0" y="2005901"/>
                  <a:pt x="0" y="1292225"/>
                </a:cubicBezTo>
                <a:cubicBezTo>
                  <a:pt x="0" y="578549"/>
                  <a:pt x="578549" y="0"/>
                  <a:pt x="129222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0" tIns="972000" rIns="0" bIns="0">
            <a:noAutofit/>
          </a:bodyPr>
          <a:lstStyle>
            <a:lvl1pPr algn="ctr">
              <a:spcBef>
                <a:spcPts val="0"/>
              </a:spcBef>
              <a:defRPr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070D1F7-78E7-5FC1-3D67-72099B12FDCA}"/>
              </a:ext>
            </a:extLst>
          </p:cNvPr>
          <p:cNvCxnSpPr>
            <a:cxnSpLocks/>
          </p:cNvCxnSpPr>
          <p:nvPr userDrawn="1"/>
        </p:nvCxnSpPr>
        <p:spPr>
          <a:xfrm>
            <a:off x="4066073" y="2179559"/>
            <a:ext cx="0" cy="199827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1FEFCF34-4898-6C0A-A436-91F39F8826FA}"/>
              </a:ext>
            </a:extLst>
          </p:cNvPr>
          <p:cNvCxnSpPr>
            <a:cxnSpLocks/>
          </p:cNvCxnSpPr>
          <p:nvPr userDrawn="1"/>
        </p:nvCxnSpPr>
        <p:spPr>
          <a:xfrm>
            <a:off x="8129036" y="2179559"/>
            <a:ext cx="0" cy="199827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pour une image  24">
            <a:extLst>
              <a:ext uri="{FF2B5EF4-FFF2-40B4-BE49-F238E27FC236}">
                <a16:creationId xmlns:a16="http://schemas.microsoft.com/office/drawing/2014/main" id="{2E8D2848-4F15-AB6E-6047-0CF04F19465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695079" y="1690205"/>
            <a:ext cx="1378405" cy="1378405"/>
          </a:xfrm>
          <a:custGeom>
            <a:avLst/>
            <a:gdLst>
              <a:gd name="connsiteX0" fmla="*/ 1292225 w 2584450"/>
              <a:gd name="connsiteY0" fmla="*/ 0 h 2584450"/>
              <a:gd name="connsiteX1" fmla="*/ 2584450 w 2584450"/>
              <a:gd name="connsiteY1" fmla="*/ 1292225 h 2584450"/>
              <a:gd name="connsiteX2" fmla="*/ 1292225 w 2584450"/>
              <a:gd name="connsiteY2" fmla="*/ 2584450 h 2584450"/>
              <a:gd name="connsiteX3" fmla="*/ 0 w 2584450"/>
              <a:gd name="connsiteY3" fmla="*/ 1292225 h 2584450"/>
              <a:gd name="connsiteX4" fmla="*/ 1292225 w 2584450"/>
              <a:gd name="connsiteY4" fmla="*/ 0 h 258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4450" h="2584450">
                <a:moveTo>
                  <a:pt x="1292225" y="0"/>
                </a:moveTo>
                <a:cubicBezTo>
                  <a:pt x="2005901" y="0"/>
                  <a:pt x="2584450" y="578549"/>
                  <a:pt x="2584450" y="1292225"/>
                </a:cubicBezTo>
                <a:cubicBezTo>
                  <a:pt x="2584450" y="2005901"/>
                  <a:pt x="2005901" y="2584450"/>
                  <a:pt x="1292225" y="2584450"/>
                </a:cubicBezTo>
                <a:cubicBezTo>
                  <a:pt x="578549" y="2584450"/>
                  <a:pt x="0" y="2005901"/>
                  <a:pt x="0" y="1292225"/>
                </a:cubicBezTo>
                <a:cubicBezTo>
                  <a:pt x="0" y="578549"/>
                  <a:pt x="578549" y="0"/>
                  <a:pt x="129222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0" tIns="972000" rIns="0" bIns="0">
            <a:noAutofit/>
          </a:bodyPr>
          <a:lstStyle>
            <a:lvl1pPr algn="ctr">
              <a:spcBef>
                <a:spcPts val="0"/>
              </a:spcBef>
              <a:defRPr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3" name="Espace réservé pour une image  24">
            <a:extLst>
              <a:ext uri="{FF2B5EF4-FFF2-40B4-BE49-F238E27FC236}">
                <a16:creationId xmlns:a16="http://schemas.microsoft.com/office/drawing/2014/main" id="{02385139-5DA1-4075-CBF7-847181108C6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758041" y="1690205"/>
            <a:ext cx="1378405" cy="1378405"/>
          </a:xfrm>
          <a:custGeom>
            <a:avLst/>
            <a:gdLst>
              <a:gd name="connsiteX0" fmla="*/ 1292225 w 2584450"/>
              <a:gd name="connsiteY0" fmla="*/ 0 h 2584450"/>
              <a:gd name="connsiteX1" fmla="*/ 2584450 w 2584450"/>
              <a:gd name="connsiteY1" fmla="*/ 1292225 h 2584450"/>
              <a:gd name="connsiteX2" fmla="*/ 1292225 w 2584450"/>
              <a:gd name="connsiteY2" fmla="*/ 2584450 h 2584450"/>
              <a:gd name="connsiteX3" fmla="*/ 0 w 2584450"/>
              <a:gd name="connsiteY3" fmla="*/ 1292225 h 2584450"/>
              <a:gd name="connsiteX4" fmla="*/ 1292225 w 2584450"/>
              <a:gd name="connsiteY4" fmla="*/ 0 h 258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4450" h="2584450">
                <a:moveTo>
                  <a:pt x="1292225" y="0"/>
                </a:moveTo>
                <a:cubicBezTo>
                  <a:pt x="2005901" y="0"/>
                  <a:pt x="2584450" y="578549"/>
                  <a:pt x="2584450" y="1292225"/>
                </a:cubicBezTo>
                <a:cubicBezTo>
                  <a:pt x="2584450" y="2005901"/>
                  <a:pt x="2005901" y="2584450"/>
                  <a:pt x="1292225" y="2584450"/>
                </a:cubicBezTo>
                <a:cubicBezTo>
                  <a:pt x="578549" y="2584450"/>
                  <a:pt x="0" y="2005901"/>
                  <a:pt x="0" y="1292225"/>
                </a:cubicBezTo>
                <a:cubicBezTo>
                  <a:pt x="0" y="578549"/>
                  <a:pt x="578549" y="0"/>
                  <a:pt x="129222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0" tIns="972000" rIns="0" bIns="0">
            <a:noAutofit/>
          </a:bodyPr>
          <a:lstStyle>
            <a:lvl1pPr algn="ctr">
              <a:spcBef>
                <a:spcPts val="0"/>
              </a:spcBef>
              <a:defRPr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91417C03-EE21-5832-4195-A64A561918D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2117" y="3335867"/>
            <a:ext cx="2876196" cy="51610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BB3C27F5-3199-EA57-2349-37B04BCBEA0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95079" y="3332862"/>
            <a:ext cx="2876196" cy="51610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0B99C295-A1BE-785A-60AA-59352A55F6C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758041" y="3332862"/>
            <a:ext cx="2876196" cy="51610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8" name="Espace réservé du texte 4">
            <a:extLst>
              <a:ext uri="{FF2B5EF4-FFF2-40B4-BE49-F238E27FC236}">
                <a16:creationId xmlns:a16="http://schemas.microsoft.com/office/drawing/2014/main" id="{B6F1E5B7-1768-A617-74F4-D06A06BB421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03791" y="2210014"/>
            <a:ext cx="1304522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Name</a:t>
            </a:r>
          </a:p>
          <a:p>
            <a:pPr lvl="0"/>
            <a:r>
              <a:rPr lang="fr-FR"/>
              <a:t>Job</a:t>
            </a:r>
          </a:p>
        </p:txBody>
      </p:sp>
      <p:sp>
        <p:nvSpPr>
          <p:cNvPr id="29" name="Espace réservé du texte 4">
            <a:extLst>
              <a:ext uri="{FF2B5EF4-FFF2-40B4-BE49-F238E27FC236}">
                <a16:creationId xmlns:a16="http://schemas.microsoft.com/office/drawing/2014/main" id="{3A88E2D2-B2A6-EB0F-0DD9-3C71C7C1C67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66753" y="2207009"/>
            <a:ext cx="1304522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Name</a:t>
            </a:r>
          </a:p>
          <a:p>
            <a:pPr lvl="0"/>
            <a:r>
              <a:rPr lang="fr-FR"/>
              <a:t>Job</a:t>
            </a:r>
          </a:p>
        </p:txBody>
      </p:sp>
      <p:sp>
        <p:nvSpPr>
          <p:cNvPr id="30" name="Espace réservé du texte 4">
            <a:extLst>
              <a:ext uri="{FF2B5EF4-FFF2-40B4-BE49-F238E27FC236}">
                <a16:creationId xmlns:a16="http://schemas.microsoft.com/office/drawing/2014/main" id="{D374C3FC-1FA3-C2C4-328B-BCF785BBE23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29715" y="2207009"/>
            <a:ext cx="1304522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Name</a:t>
            </a:r>
          </a:p>
          <a:p>
            <a:pPr lvl="0"/>
            <a:r>
              <a:rPr lang="fr-FR"/>
              <a:t>Job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0ADD9D4-0571-A540-D90F-BF0AC0EAC5DC}"/>
              </a:ext>
            </a:extLst>
          </p:cNvPr>
          <p:cNvCxnSpPr>
            <a:cxnSpLocks/>
          </p:cNvCxnSpPr>
          <p:nvPr userDrawn="1"/>
        </p:nvCxnSpPr>
        <p:spPr>
          <a:xfrm>
            <a:off x="4066073" y="4545629"/>
            <a:ext cx="0" cy="1020989"/>
          </a:xfrm>
          <a:prstGeom prst="line">
            <a:avLst/>
          </a:prstGeom>
          <a:ln w="127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4E4EDC8E-06AA-8542-3D11-8C116BD1C5E4}"/>
              </a:ext>
            </a:extLst>
          </p:cNvPr>
          <p:cNvCxnSpPr>
            <a:cxnSpLocks/>
          </p:cNvCxnSpPr>
          <p:nvPr userDrawn="1"/>
        </p:nvCxnSpPr>
        <p:spPr>
          <a:xfrm>
            <a:off x="8129036" y="4545629"/>
            <a:ext cx="0" cy="1020989"/>
          </a:xfrm>
          <a:prstGeom prst="line">
            <a:avLst/>
          </a:prstGeom>
          <a:ln w="127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8EB0B704-1A29-1280-AC69-74E591E6E98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2117" y="4607982"/>
            <a:ext cx="2876193" cy="95863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34" name="Espace réservé du texte 4">
            <a:extLst>
              <a:ext uri="{FF2B5EF4-FFF2-40B4-BE49-F238E27FC236}">
                <a16:creationId xmlns:a16="http://schemas.microsoft.com/office/drawing/2014/main" id="{C515FE8C-2BBC-DA86-453F-301AA36BA6C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695079" y="4604977"/>
            <a:ext cx="2876193" cy="95863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35" name="Espace réservé du texte 4">
            <a:extLst>
              <a:ext uri="{FF2B5EF4-FFF2-40B4-BE49-F238E27FC236}">
                <a16:creationId xmlns:a16="http://schemas.microsoft.com/office/drawing/2014/main" id="{49B1FCA9-1DD3-0C57-8E7E-F0518280CE4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758041" y="4607982"/>
            <a:ext cx="2876194" cy="95863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EF03C9C-4A35-3646-DC10-D7ECE1785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1058545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4" name="Espace réservé du texte 13">
            <a:extLst>
              <a:ext uri="{FF2B5EF4-FFF2-40B4-BE49-F238E27FC236}">
                <a16:creationId xmlns:a16="http://schemas.microsoft.com/office/drawing/2014/main" id="{F62196AA-170B-F89F-1D5D-2F5E84E4B36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10585450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1821727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with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BEF6E3-C8FA-4984-BD01-5DF6BB3D7D67}"/>
              </a:ext>
            </a:extLst>
          </p:cNvPr>
          <p:cNvSpPr/>
          <p:nvPr userDrawn="1"/>
        </p:nvSpPr>
        <p:spPr>
          <a:xfrm>
            <a:off x="1" y="0"/>
            <a:ext cx="3564293" cy="6857999"/>
          </a:xfrm>
          <a:prstGeom prst="rect">
            <a:avLst/>
          </a:prstGeom>
          <a:gradFill flip="none" rotWithShape="1">
            <a:gsLst>
              <a:gs pos="60000">
                <a:srgbClr val="CF022B"/>
              </a:gs>
              <a:gs pos="10000">
                <a:srgbClr val="8B1D82"/>
              </a:gs>
              <a:gs pos="0">
                <a:srgbClr val="4D1D82"/>
              </a:gs>
              <a:gs pos="100000">
                <a:srgbClr val="F07D00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fr-FR" b="1" i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138A381D-9BD9-26AB-D700-3A4CC6E731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31072" y="1296885"/>
            <a:ext cx="7046184" cy="1538965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A7BA8638-AD1F-BB5E-867C-903127D3B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806" y="404813"/>
            <a:ext cx="2495630" cy="1412694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>
                <a:solidFill>
                  <a:schemeClr val="bg2"/>
                </a:solidFill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25" name="Espace réservé pour une image  24">
            <a:extLst>
              <a:ext uri="{FF2B5EF4-FFF2-40B4-BE49-F238E27FC236}">
                <a16:creationId xmlns:a16="http://schemas.microsoft.com/office/drawing/2014/main" id="{0564E4AE-E03C-BC1B-A8CC-08AB4DD904C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32117" y="2234757"/>
            <a:ext cx="1378405" cy="1378405"/>
          </a:xfrm>
          <a:custGeom>
            <a:avLst/>
            <a:gdLst>
              <a:gd name="connsiteX0" fmla="*/ 1292225 w 2584450"/>
              <a:gd name="connsiteY0" fmla="*/ 0 h 2584450"/>
              <a:gd name="connsiteX1" fmla="*/ 2584450 w 2584450"/>
              <a:gd name="connsiteY1" fmla="*/ 1292225 h 2584450"/>
              <a:gd name="connsiteX2" fmla="*/ 1292225 w 2584450"/>
              <a:gd name="connsiteY2" fmla="*/ 2584450 h 2584450"/>
              <a:gd name="connsiteX3" fmla="*/ 0 w 2584450"/>
              <a:gd name="connsiteY3" fmla="*/ 1292225 h 2584450"/>
              <a:gd name="connsiteX4" fmla="*/ 1292225 w 2584450"/>
              <a:gd name="connsiteY4" fmla="*/ 0 h 258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4450" h="2584450">
                <a:moveTo>
                  <a:pt x="1292225" y="0"/>
                </a:moveTo>
                <a:cubicBezTo>
                  <a:pt x="2005901" y="0"/>
                  <a:pt x="2584450" y="578549"/>
                  <a:pt x="2584450" y="1292225"/>
                </a:cubicBezTo>
                <a:cubicBezTo>
                  <a:pt x="2584450" y="2005901"/>
                  <a:pt x="2005901" y="2584450"/>
                  <a:pt x="1292225" y="2584450"/>
                </a:cubicBezTo>
                <a:cubicBezTo>
                  <a:pt x="578549" y="2584450"/>
                  <a:pt x="0" y="2005901"/>
                  <a:pt x="0" y="1292225"/>
                </a:cubicBezTo>
                <a:cubicBezTo>
                  <a:pt x="0" y="578549"/>
                  <a:pt x="578549" y="0"/>
                  <a:pt x="129222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0" tIns="972000" rIns="0" bIns="0">
            <a:noAutofit/>
          </a:bodyPr>
          <a:lstStyle>
            <a:lvl1pPr algn="ctr">
              <a:spcBef>
                <a:spcPts val="0"/>
              </a:spcBef>
              <a:defRPr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36" name="Espace réservé du texte 4">
            <a:extLst>
              <a:ext uri="{FF2B5EF4-FFF2-40B4-BE49-F238E27FC236}">
                <a16:creationId xmlns:a16="http://schemas.microsoft.com/office/drawing/2014/main" id="{C5D90D22-A24E-1988-DF6B-D0CC9724183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1806" y="4013448"/>
            <a:ext cx="2160313" cy="492443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 noProof="0"/>
              <a:t>Name</a:t>
            </a:r>
          </a:p>
          <a:p>
            <a:pPr lvl="0"/>
            <a:r>
              <a:rPr lang="en-GB" noProof="0"/>
              <a:t>Surname</a:t>
            </a:r>
          </a:p>
        </p:txBody>
      </p:sp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D524EF2E-0D7D-C617-2E06-16EABF93E0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1806" y="4944309"/>
            <a:ext cx="2160313" cy="1908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 noProof="0"/>
              <a:t>Job title</a:t>
            </a:r>
          </a:p>
        </p:txBody>
      </p:sp>
      <p:sp>
        <p:nvSpPr>
          <p:cNvPr id="38" name="Espace réservé du texte 4">
            <a:extLst>
              <a:ext uri="{FF2B5EF4-FFF2-40B4-BE49-F238E27FC236}">
                <a16:creationId xmlns:a16="http://schemas.microsoft.com/office/drawing/2014/main" id="{9F22D6F2-FD95-A672-3ED7-1B013866FD0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91806" y="5260689"/>
            <a:ext cx="2160313" cy="1908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0" name="Espace réservé du texte 4">
            <a:extLst>
              <a:ext uri="{FF2B5EF4-FFF2-40B4-BE49-F238E27FC236}">
                <a16:creationId xmlns:a16="http://schemas.microsoft.com/office/drawing/2014/main" id="{9D44A189-10CB-5A4F-2451-382303CF22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31072" y="944563"/>
            <a:ext cx="7046184" cy="25442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accent1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Sous-titre 1</a:t>
            </a:r>
          </a:p>
        </p:txBody>
      </p:sp>
      <p:sp>
        <p:nvSpPr>
          <p:cNvPr id="42" name="Espace réservé du texte 4">
            <a:extLst>
              <a:ext uri="{FF2B5EF4-FFF2-40B4-BE49-F238E27FC236}">
                <a16:creationId xmlns:a16="http://schemas.microsoft.com/office/drawing/2014/main" id="{D328FE6C-381C-ED72-AD10-2E1CC848A26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31075" y="3596101"/>
            <a:ext cx="7046184" cy="25442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accent1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Sous-titre 2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201EC27-2040-5F3E-66F7-B7A9B91F1BE8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>
                <a:solidFill>
                  <a:schemeClr val="bg2"/>
                </a:solidFill>
              </a:rPr>
              <a:t>‹#›</a:t>
            </a:fld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7998AA20-4ECF-D646-2577-94E6140C191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31072" y="3948423"/>
            <a:ext cx="7046184" cy="1538965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F2F5E9-64C7-5B68-08A3-AAF90C2C53B8}"/>
              </a:ext>
            </a:extLst>
          </p:cNvPr>
          <p:cNvSpPr/>
          <p:nvPr userDrawn="1"/>
        </p:nvSpPr>
        <p:spPr>
          <a:xfrm>
            <a:off x="0" y="6827024"/>
            <a:ext cx="12204000" cy="43200"/>
          </a:xfrm>
          <a:prstGeom prst="rect">
            <a:avLst/>
          </a:prstGeom>
          <a:gradFill>
            <a:gsLst>
              <a:gs pos="12000">
                <a:srgbClr val="8B1D82"/>
              </a:gs>
              <a:gs pos="0">
                <a:srgbClr val="4D1D82"/>
              </a:gs>
              <a:gs pos="29000">
                <a:srgbClr val="CF022B"/>
              </a:gs>
              <a:gs pos="100000">
                <a:srgbClr val="F07D00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8810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with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C5F90C-347A-4C84-60F5-1BD806AB2643}"/>
              </a:ext>
            </a:extLst>
          </p:cNvPr>
          <p:cNvSpPr/>
          <p:nvPr userDrawn="1"/>
        </p:nvSpPr>
        <p:spPr>
          <a:xfrm>
            <a:off x="1" y="0"/>
            <a:ext cx="3564293" cy="6857999"/>
          </a:xfrm>
          <a:prstGeom prst="rect">
            <a:avLst/>
          </a:prstGeom>
          <a:gradFill flip="none" rotWithShape="1">
            <a:gsLst>
              <a:gs pos="60000">
                <a:srgbClr val="CF022B"/>
              </a:gs>
              <a:gs pos="10000">
                <a:srgbClr val="8B1D82"/>
              </a:gs>
              <a:gs pos="0">
                <a:srgbClr val="4D1D82"/>
              </a:gs>
              <a:gs pos="100000">
                <a:srgbClr val="F07D00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fr-FR" b="1" i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D82BF3B-F8F1-DF7E-6186-6E992E3E9D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90934" y="944563"/>
            <a:ext cx="6769229" cy="470898"/>
          </a:xfrm>
        </p:spPr>
        <p:txBody>
          <a:bodyPr wrap="square" anchor="t">
            <a:spAutoFit/>
          </a:bodyPr>
          <a:lstStyle/>
          <a:p>
            <a:r>
              <a:rPr lang="en-GB" noProof="0"/>
              <a:t>Click to edit master title</a:t>
            </a:r>
          </a:p>
        </p:txBody>
      </p:sp>
      <p:sp>
        <p:nvSpPr>
          <p:cNvPr id="6" name="Espace réservé pour une image  24">
            <a:extLst>
              <a:ext uri="{FF2B5EF4-FFF2-40B4-BE49-F238E27FC236}">
                <a16:creationId xmlns:a16="http://schemas.microsoft.com/office/drawing/2014/main" id="{3BCF7C5B-2D15-D127-558F-8C0F8F06DE7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74713" y="890730"/>
            <a:ext cx="2941507" cy="2941507"/>
          </a:xfrm>
          <a:custGeom>
            <a:avLst/>
            <a:gdLst>
              <a:gd name="connsiteX0" fmla="*/ 1292225 w 2584450"/>
              <a:gd name="connsiteY0" fmla="*/ 0 h 2584450"/>
              <a:gd name="connsiteX1" fmla="*/ 2584450 w 2584450"/>
              <a:gd name="connsiteY1" fmla="*/ 1292225 h 2584450"/>
              <a:gd name="connsiteX2" fmla="*/ 1292225 w 2584450"/>
              <a:gd name="connsiteY2" fmla="*/ 2584450 h 2584450"/>
              <a:gd name="connsiteX3" fmla="*/ 0 w 2584450"/>
              <a:gd name="connsiteY3" fmla="*/ 1292225 h 2584450"/>
              <a:gd name="connsiteX4" fmla="*/ 1292225 w 2584450"/>
              <a:gd name="connsiteY4" fmla="*/ 0 h 258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4450" h="2584450">
                <a:moveTo>
                  <a:pt x="1292225" y="0"/>
                </a:moveTo>
                <a:cubicBezTo>
                  <a:pt x="2005901" y="0"/>
                  <a:pt x="2584450" y="578549"/>
                  <a:pt x="2584450" y="1292225"/>
                </a:cubicBezTo>
                <a:cubicBezTo>
                  <a:pt x="2584450" y="2005901"/>
                  <a:pt x="2005901" y="2584450"/>
                  <a:pt x="1292225" y="2584450"/>
                </a:cubicBezTo>
                <a:cubicBezTo>
                  <a:pt x="578549" y="2584450"/>
                  <a:pt x="0" y="2005901"/>
                  <a:pt x="0" y="1292225"/>
                </a:cubicBezTo>
                <a:cubicBezTo>
                  <a:pt x="0" y="578549"/>
                  <a:pt x="578549" y="0"/>
                  <a:pt x="129222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0" tIns="972000" rIns="0" bIns="0">
            <a:noAutofit/>
          </a:bodyPr>
          <a:lstStyle>
            <a:lvl1pPr algn="ctr">
              <a:spcBef>
                <a:spcPts val="0"/>
              </a:spcBef>
              <a:defRPr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230A319D-8310-8197-0249-2167849ED6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90933" y="1828839"/>
            <a:ext cx="6769230" cy="25442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1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1330EE2E-922E-D73D-76D5-828EA6DC44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1806" y="4077132"/>
            <a:ext cx="2367250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 noProof="0"/>
              <a:t>Name</a:t>
            </a:r>
          </a:p>
          <a:p>
            <a:pPr lvl="0"/>
            <a:r>
              <a:rPr lang="en-GB" noProof="0"/>
              <a:t>Surname</a:t>
            </a:r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E0C93CF3-55B2-698B-AAE0-1DB8605F52D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1807" y="4705207"/>
            <a:ext cx="2367250" cy="190821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 noProof="0"/>
              <a:t>Job title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1D136C2-D97C-0A0A-83FE-6202937E245B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>
                <a:solidFill>
                  <a:schemeClr val="bg2"/>
                </a:solidFill>
              </a:rPr>
              <a:t>‹#›</a:t>
            </a:fld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12" name="Espace réservé du texte 12">
            <a:extLst>
              <a:ext uri="{FF2B5EF4-FFF2-40B4-BE49-F238E27FC236}">
                <a16:creationId xmlns:a16="http://schemas.microsoft.com/office/drawing/2014/main" id="{740E018D-F7DE-58DE-2F96-2C51976B2B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0934" y="2196356"/>
            <a:ext cx="6769230" cy="2616487"/>
          </a:xfrm>
        </p:spPr>
        <p:txBody>
          <a:bodyPr anchor="t"/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C4B2E9-5F27-C89A-5AB9-5476812472B7}"/>
              </a:ext>
            </a:extLst>
          </p:cNvPr>
          <p:cNvSpPr/>
          <p:nvPr userDrawn="1"/>
        </p:nvSpPr>
        <p:spPr>
          <a:xfrm>
            <a:off x="0" y="6827024"/>
            <a:ext cx="12204000" cy="43200"/>
          </a:xfrm>
          <a:prstGeom prst="rect">
            <a:avLst/>
          </a:prstGeom>
          <a:gradFill>
            <a:gsLst>
              <a:gs pos="12000">
                <a:srgbClr val="8B1D82"/>
              </a:gs>
              <a:gs pos="0">
                <a:srgbClr val="4D1D82"/>
              </a:gs>
              <a:gs pos="29000">
                <a:srgbClr val="CF022B"/>
              </a:gs>
              <a:gs pos="100000">
                <a:srgbClr val="F07D00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07389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2786932" y="-2796306"/>
            <a:ext cx="5886298" cy="11460163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A402E01-BE5A-13AB-B13C-7D9158E25B5D}"/>
              </a:ext>
            </a:extLst>
          </p:cNvPr>
          <p:cNvSpPr txBox="1"/>
          <p:nvPr userDrawn="1"/>
        </p:nvSpPr>
        <p:spPr>
          <a:xfrm>
            <a:off x="779879" y="2695448"/>
            <a:ext cx="9101540" cy="36779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buClrTx/>
              <a:buSzPct val="60000"/>
              <a:buFont typeface="Tahoma" panose="020B0604030504040204" pitchFamily="34" charset="0"/>
              <a:buChar char="​"/>
              <a:defRPr sz="23900" b="0" i="0">
                <a:ln>
                  <a:solidFill>
                    <a:schemeClr val="bg2"/>
                  </a:solidFill>
                </a:ln>
                <a:noFill/>
                <a:latin typeface="+mj-lt"/>
              </a:defRPr>
            </a:lvl1pPr>
            <a:lvl2pPr marL="177800" indent="-177800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b="0" i="0">
                <a:latin typeface="HurmeGeometricSans4 Regular" panose="020B0500020000000000" pitchFamily="34" charset="77"/>
              </a:defRPr>
            </a:lvl2pPr>
            <a:lvl3pPr marL="177800" indent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b="0" i="0">
                <a:latin typeface="HurmeGeometricSans4 Regular" panose="020B0500020000000000" pitchFamily="34" charset="77"/>
              </a:defRPr>
            </a:lvl3pPr>
            <a:lvl4pPr marL="176400" indent="0" defTabSz="261938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tabLst>
                <a:tab pos="2601913" algn="l"/>
              </a:tabLst>
              <a:defRPr sz="1000" b="0" i="0">
                <a:latin typeface="HurmeGeometricSans4 Regular" panose="020B0500020000000000" pitchFamily="34" charset="77"/>
              </a:defRPr>
            </a:lvl4pPr>
            <a:lvl5pPr marL="19800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b="1" spc="-300"/>
              <a:t>Q&amp;A</a:t>
            </a:r>
          </a:p>
        </p:txBody>
      </p:sp>
      <p:sp>
        <p:nvSpPr>
          <p:cNvPr id="2" name="Ellipse 4">
            <a:extLst>
              <a:ext uri="{FF2B5EF4-FFF2-40B4-BE49-F238E27FC236}">
                <a16:creationId xmlns:a16="http://schemas.microsoft.com/office/drawing/2014/main" id="{83D8E14F-387F-AA84-EB73-BD22097DEA75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5" name="ZoneTexte 9">
            <a:extLst>
              <a:ext uri="{FF2B5EF4-FFF2-40B4-BE49-F238E27FC236}">
                <a16:creationId xmlns:a16="http://schemas.microsoft.com/office/drawing/2014/main" id="{A97CD790-D5E0-A2D1-BABF-095D84CA2F9D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0" name="Ellipse 12">
            <a:extLst>
              <a:ext uri="{FF2B5EF4-FFF2-40B4-BE49-F238E27FC236}">
                <a16:creationId xmlns:a16="http://schemas.microsoft.com/office/drawing/2014/main" id="{17EBBEA7-AA2D-96EA-DAB7-DDA81BE6FF46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1" name="ZoneTexte 13">
            <a:extLst>
              <a:ext uri="{FF2B5EF4-FFF2-40B4-BE49-F238E27FC236}">
                <a16:creationId xmlns:a16="http://schemas.microsoft.com/office/drawing/2014/main" id="{B06BC5E8-3088-7260-83E8-99A29E984818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2" name="Ellipse 15">
            <a:extLst>
              <a:ext uri="{FF2B5EF4-FFF2-40B4-BE49-F238E27FC236}">
                <a16:creationId xmlns:a16="http://schemas.microsoft.com/office/drawing/2014/main" id="{A96C78AA-82C3-6A92-AFF8-EEC844549FFD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3" name="ZoneTexte 16">
            <a:extLst>
              <a:ext uri="{FF2B5EF4-FFF2-40B4-BE49-F238E27FC236}">
                <a16:creationId xmlns:a16="http://schemas.microsoft.com/office/drawing/2014/main" id="{E444915F-74A3-60B6-AE2A-F197E0674575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24" name="Ellipse 18">
            <a:extLst>
              <a:ext uri="{FF2B5EF4-FFF2-40B4-BE49-F238E27FC236}">
                <a16:creationId xmlns:a16="http://schemas.microsoft.com/office/drawing/2014/main" id="{B727B611-1E50-C7AB-7BDE-E5B91148D665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5" name="ZoneTexte 19">
            <a:extLst>
              <a:ext uri="{FF2B5EF4-FFF2-40B4-BE49-F238E27FC236}">
                <a16:creationId xmlns:a16="http://schemas.microsoft.com/office/drawing/2014/main" id="{C6F4092F-84FE-F832-1A69-A0AF43F2B0F7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26" name="Ellipse 31">
            <a:extLst>
              <a:ext uri="{FF2B5EF4-FFF2-40B4-BE49-F238E27FC236}">
                <a16:creationId xmlns:a16="http://schemas.microsoft.com/office/drawing/2014/main" id="{F3CBB799-672B-C521-A9BE-2E2614FB3FAB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32">
            <a:extLst>
              <a:ext uri="{FF2B5EF4-FFF2-40B4-BE49-F238E27FC236}">
                <a16:creationId xmlns:a16="http://schemas.microsoft.com/office/drawing/2014/main" id="{C0027FB1-38F3-175E-C9FC-C56533135C23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28" name="Ellipse 34">
            <a:extLst>
              <a:ext uri="{FF2B5EF4-FFF2-40B4-BE49-F238E27FC236}">
                <a16:creationId xmlns:a16="http://schemas.microsoft.com/office/drawing/2014/main" id="{08E52A6B-9B0C-B0B2-FC80-3C694C3E96D2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35">
            <a:extLst>
              <a:ext uri="{FF2B5EF4-FFF2-40B4-BE49-F238E27FC236}">
                <a16:creationId xmlns:a16="http://schemas.microsoft.com/office/drawing/2014/main" id="{0E5B25E2-0CD7-527B-1B96-2FE176EC44D6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184847798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2446858" y="-2456008"/>
            <a:ext cx="6566446" cy="11460165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F86581D5-E89F-6BB1-0490-951A5E89B23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5682" y="6051376"/>
            <a:ext cx="1773488" cy="225717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81EEA301-E3F9-1804-C636-751FFED6D4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4" y="823070"/>
            <a:ext cx="10442574" cy="470898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>
                <a:solidFill>
                  <a:schemeClr val="bg2"/>
                </a:solidFill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D1DA1276-7523-4E51-C41E-65CB1D9D6C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74709" y="3232727"/>
            <a:ext cx="4122164" cy="1625600"/>
          </a:xfrm>
          <a:prstGeom prst="rect">
            <a:avLst/>
          </a:prstGeom>
        </p:spPr>
        <p:txBody>
          <a:bodyPr anchor="t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10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17" name="Espace réservé du texte 4">
            <a:extLst>
              <a:ext uri="{FF2B5EF4-FFF2-40B4-BE49-F238E27FC236}">
                <a16:creationId xmlns:a16="http://schemas.microsoft.com/office/drawing/2014/main" id="{25BC6D38-D7BB-7DBA-DE36-BB4AA7525F4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4255" y="3514436"/>
            <a:ext cx="2449010" cy="153312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10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4E5D6A36-32F7-52AF-E108-1F2AF10938C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94254" y="3232727"/>
            <a:ext cx="2449010" cy="184666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Name</a:t>
            </a:r>
          </a:p>
        </p:txBody>
      </p: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3EAAE07F-4000-B82A-24D5-2B35664AD1C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83383" y="3514436"/>
            <a:ext cx="2449010" cy="153312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10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2" name="Espace réservé du texte 4">
            <a:extLst>
              <a:ext uri="{FF2B5EF4-FFF2-40B4-BE49-F238E27FC236}">
                <a16:creationId xmlns:a16="http://schemas.microsoft.com/office/drawing/2014/main" id="{954C8C81-1A28-307A-0623-45EA8596D4D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83382" y="3232727"/>
            <a:ext cx="2449010" cy="184666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Name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0F1F6123-9EDE-2592-0A31-D55923B1006C}"/>
              </a:ext>
            </a:extLst>
          </p:cNvPr>
          <p:cNvGrpSpPr/>
          <p:nvPr userDrawn="1"/>
        </p:nvGrpSpPr>
        <p:grpSpPr>
          <a:xfrm>
            <a:off x="874713" y="5984875"/>
            <a:ext cx="327105" cy="327105"/>
            <a:chOff x="711200" y="5921295"/>
            <a:chExt cx="327105" cy="327105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29F8327E-A36F-1B51-B416-3F45EBC4E4CF}"/>
                </a:ext>
              </a:extLst>
            </p:cNvPr>
            <p:cNvSpPr/>
            <p:nvPr userDrawn="1"/>
          </p:nvSpPr>
          <p:spPr>
            <a:xfrm>
              <a:off x="7112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EC57637A-B2AD-3204-BC68-BD7E9C95F6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98021" y="6008037"/>
              <a:ext cx="153462" cy="153621"/>
            </a:xfrm>
            <a:custGeom>
              <a:avLst/>
              <a:gdLst>
                <a:gd name="T0" fmla="*/ 0 w 819"/>
                <a:gd name="T1" fmla="*/ 819 h 820"/>
                <a:gd name="T2" fmla="*/ 153 w 819"/>
                <a:gd name="T3" fmla="*/ 819 h 820"/>
                <a:gd name="T4" fmla="*/ 153 w 819"/>
                <a:gd name="T5" fmla="*/ 205 h 820"/>
                <a:gd name="T6" fmla="*/ 0 w 819"/>
                <a:gd name="T7" fmla="*/ 205 h 820"/>
                <a:gd name="T8" fmla="*/ 0 w 819"/>
                <a:gd name="T9" fmla="*/ 819 h 820"/>
                <a:gd name="T10" fmla="*/ 614 w 819"/>
                <a:gd name="T11" fmla="*/ 205 h 820"/>
                <a:gd name="T12" fmla="*/ 410 w 819"/>
                <a:gd name="T13" fmla="*/ 307 h 820"/>
                <a:gd name="T14" fmla="*/ 410 w 819"/>
                <a:gd name="T15" fmla="*/ 205 h 820"/>
                <a:gd name="T16" fmla="*/ 256 w 819"/>
                <a:gd name="T17" fmla="*/ 205 h 820"/>
                <a:gd name="T18" fmla="*/ 256 w 819"/>
                <a:gd name="T19" fmla="*/ 819 h 820"/>
                <a:gd name="T20" fmla="*/ 410 w 819"/>
                <a:gd name="T21" fmla="*/ 819 h 820"/>
                <a:gd name="T22" fmla="*/ 410 w 819"/>
                <a:gd name="T23" fmla="*/ 461 h 820"/>
                <a:gd name="T24" fmla="*/ 563 w 819"/>
                <a:gd name="T25" fmla="*/ 359 h 820"/>
                <a:gd name="T26" fmla="*/ 666 w 819"/>
                <a:gd name="T27" fmla="*/ 461 h 820"/>
                <a:gd name="T28" fmla="*/ 666 w 819"/>
                <a:gd name="T29" fmla="*/ 819 h 820"/>
                <a:gd name="T30" fmla="*/ 819 w 819"/>
                <a:gd name="T31" fmla="*/ 820 h 820"/>
                <a:gd name="T32" fmla="*/ 819 w 819"/>
                <a:gd name="T33" fmla="*/ 395 h 820"/>
                <a:gd name="T34" fmla="*/ 614 w 819"/>
                <a:gd name="T35" fmla="*/ 205 h 820"/>
                <a:gd name="T36" fmla="*/ 77 w 819"/>
                <a:gd name="T37" fmla="*/ 0 h 820"/>
                <a:gd name="T38" fmla="*/ 0 w 819"/>
                <a:gd name="T39" fmla="*/ 77 h 820"/>
                <a:gd name="T40" fmla="*/ 77 w 819"/>
                <a:gd name="T41" fmla="*/ 154 h 820"/>
                <a:gd name="T42" fmla="*/ 153 w 819"/>
                <a:gd name="T43" fmla="*/ 77 h 820"/>
                <a:gd name="T44" fmla="*/ 77 w 819"/>
                <a:gd name="T45" fmla="*/ 0 h 820"/>
                <a:gd name="T46" fmla="*/ 77 w 819"/>
                <a:gd name="T47" fmla="*/ 0 h 820"/>
                <a:gd name="T48" fmla="*/ 77 w 819"/>
                <a:gd name="T49" fmla="*/ 0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19" h="820">
                  <a:moveTo>
                    <a:pt x="0" y="819"/>
                  </a:moveTo>
                  <a:cubicBezTo>
                    <a:pt x="153" y="819"/>
                    <a:pt x="153" y="819"/>
                    <a:pt x="153" y="819"/>
                  </a:cubicBezTo>
                  <a:cubicBezTo>
                    <a:pt x="153" y="205"/>
                    <a:pt x="153" y="205"/>
                    <a:pt x="153" y="205"/>
                  </a:cubicBezTo>
                  <a:cubicBezTo>
                    <a:pt x="0" y="205"/>
                    <a:pt x="0" y="205"/>
                    <a:pt x="0" y="205"/>
                  </a:cubicBezTo>
                  <a:lnTo>
                    <a:pt x="0" y="819"/>
                  </a:lnTo>
                  <a:close/>
                  <a:moveTo>
                    <a:pt x="614" y="205"/>
                  </a:moveTo>
                  <a:cubicBezTo>
                    <a:pt x="483" y="207"/>
                    <a:pt x="418" y="303"/>
                    <a:pt x="410" y="307"/>
                  </a:cubicBezTo>
                  <a:cubicBezTo>
                    <a:pt x="410" y="205"/>
                    <a:pt x="410" y="205"/>
                    <a:pt x="410" y="205"/>
                  </a:cubicBezTo>
                  <a:cubicBezTo>
                    <a:pt x="256" y="205"/>
                    <a:pt x="256" y="205"/>
                    <a:pt x="256" y="205"/>
                  </a:cubicBezTo>
                  <a:cubicBezTo>
                    <a:pt x="256" y="819"/>
                    <a:pt x="256" y="819"/>
                    <a:pt x="256" y="819"/>
                  </a:cubicBezTo>
                  <a:cubicBezTo>
                    <a:pt x="410" y="819"/>
                    <a:pt x="410" y="819"/>
                    <a:pt x="410" y="819"/>
                  </a:cubicBezTo>
                  <a:cubicBezTo>
                    <a:pt x="410" y="461"/>
                    <a:pt x="410" y="461"/>
                    <a:pt x="410" y="461"/>
                  </a:cubicBezTo>
                  <a:cubicBezTo>
                    <a:pt x="410" y="448"/>
                    <a:pt x="442" y="343"/>
                    <a:pt x="563" y="359"/>
                  </a:cubicBezTo>
                  <a:cubicBezTo>
                    <a:pt x="628" y="363"/>
                    <a:pt x="663" y="449"/>
                    <a:pt x="666" y="461"/>
                  </a:cubicBezTo>
                  <a:cubicBezTo>
                    <a:pt x="666" y="819"/>
                    <a:pt x="666" y="819"/>
                    <a:pt x="666" y="819"/>
                  </a:cubicBezTo>
                  <a:cubicBezTo>
                    <a:pt x="819" y="820"/>
                    <a:pt x="819" y="820"/>
                    <a:pt x="819" y="820"/>
                  </a:cubicBezTo>
                  <a:cubicBezTo>
                    <a:pt x="819" y="395"/>
                    <a:pt x="819" y="395"/>
                    <a:pt x="819" y="395"/>
                  </a:cubicBezTo>
                  <a:cubicBezTo>
                    <a:pt x="813" y="333"/>
                    <a:pt x="782" y="207"/>
                    <a:pt x="614" y="205"/>
                  </a:cubicBezTo>
                  <a:close/>
                  <a:moveTo>
                    <a:pt x="77" y="0"/>
                  </a:moveTo>
                  <a:cubicBezTo>
                    <a:pt x="34" y="0"/>
                    <a:pt x="0" y="35"/>
                    <a:pt x="0" y="77"/>
                  </a:cubicBezTo>
                  <a:cubicBezTo>
                    <a:pt x="0" y="119"/>
                    <a:pt x="34" y="154"/>
                    <a:pt x="77" y="154"/>
                  </a:cubicBezTo>
                  <a:cubicBezTo>
                    <a:pt x="119" y="154"/>
                    <a:pt x="153" y="119"/>
                    <a:pt x="153" y="77"/>
                  </a:cubicBezTo>
                  <a:cubicBezTo>
                    <a:pt x="153" y="35"/>
                    <a:pt x="119" y="0"/>
                    <a:pt x="77" y="0"/>
                  </a:cubicBezTo>
                  <a:close/>
                  <a:moveTo>
                    <a:pt x="77" y="0"/>
                  </a:moveTo>
                  <a:cubicBezTo>
                    <a:pt x="77" y="0"/>
                    <a:pt x="77" y="0"/>
                    <a:pt x="7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effectLst>
                  <a:innerShdw blurRad="114300">
                    <a:prstClr val="black"/>
                  </a:innerShdw>
                </a:effectLst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21EC77AF-7CB2-2B32-5EE3-56173A61CD61}"/>
              </a:ext>
            </a:extLst>
          </p:cNvPr>
          <p:cNvGrpSpPr/>
          <p:nvPr userDrawn="1"/>
        </p:nvGrpSpPr>
        <p:grpSpPr>
          <a:xfrm>
            <a:off x="1415040" y="5984875"/>
            <a:ext cx="327105" cy="327105"/>
            <a:chOff x="1168400" y="5921295"/>
            <a:chExt cx="327105" cy="327105"/>
          </a:xfrm>
        </p:grpSpPr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6A6F1CF4-2E9E-C362-7797-AF1E0D5255CD}"/>
                </a:ext>
              </a:extLst>
            </p:cNvPr>
            <p:cNvSpPr/>
            <p:nvPr userDrawn="1"/>
          </p:nvSpPr>
          <p:spPr>
            <a:xfrm>
              <a:off x="11684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2DF0335C-863D-6DF9-15BF-6FE0DA77FC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94312" y="6004509"/>
              <a:ext cx="75280" cy="160676"/>
            </a:xfrm>
            <a:custGeom>
              <a:avLst/>
              <a:gdLst>
                <a:gd name="T0" fmla="*/ 512 w 766"/>
                <a:gd name="T1" fmla="*/ 1638 h 1638"/>
                <a:gd name="T2" fmla="*/ 205 w 766"/>
                <a:gd name="T3" fmla="*/ 1638 h 1638"/>
                <a:gd name="T4" fmla="*/ 205 w 766"/>
                <a:gd name="T5" fmla="*/ 819 h 1638"/>
                <a:gd name="T6" fmla="*/ 0 w 766"/>
                <a:gd name="T7" fmla="*/ 819 h 1638"/>
                <a:gd name="T8" fmla="*/ 0 w 766"/>
                <a:gd name="T9" fmla="*/ 537 h 1638"/>
                <a:gd name="T10" fmla="*/ 205 w 766"/>
                <a:gd name="T11" fmla="*/ 537 h 1638"/>
                <a:gd name="T12" fmla="*/ 204 w 766"/>
                <a:gd name="T13" fmla="*/ 370 h 1638"/>
                <a:gd name="T14" fmla="*/ 538 w 766"/>
                <a:gd name="T15" fmla="*/ 0 h 1638"/>
                <a:gd name="T16" fmla="*/ 764 w 766"/>
                <a:gd name="T17" fmla="*/ 0 h 1638"/>
                <a:gd name="T18" fmla="*/ 764 w 766"/>
                <a:gd name="T19" fmla="*/ 282 h 1638"/>
                <a:gd name="T20" fmla="*/ 623 w 766"/>
                <a:gd name="T21" fmla="*/ 282 h 1638"/>
                <a:gd name="T22" fmla="*/ 512 w 766"/>
                <a:gd name="T23" fmla="*/ 395 h 1638"/>
                <a:gd name="T24" fmla="*/ 512 w 766"/>
                <a:gd name="T25" fmla="*/ 537 h 1638"/>
                <a:gd name="T26" fmla="*/ 766 w 766"/>
                <a:gd name="T27" fmla="*/ 537 h 1638"/>
                <a:gd name="T28" fmla="*/ 736 w 766"/>
                <a:gd name="T29" fmla="*/ 819 h 1638"/>
                <a:gd name="T30" fmla="*/ 512 w 766"/>
                <a:gd name="T31" fmla="*/ 819 h 1638"/>
                <a:gd name="T32" fmla="*/ 512 w 766"/>
                <a:gd name="T33" fmla="*/ 1638 h 1638"/>
                <a:gd name="T34" fmla="*/ 512 w 766"/>
                <a:gd name="T35" fmla="*/ 1638 h 1638"/>
                <a:gd name="T36" fmla="*/ 512 w 766"/>
                <a:gd name="T37" fmla="*/ 1638 h 1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6" h="1638">
                  <a:moveTo>
                    <a:pt x="512" y="1638"/>
                  </a:moveTo>
                  <a:cubicBezTo>
                    <a:pt x="205" y="1638"/>
                    <a:pt x="205" y="1638"/>
                    <a:pt x="205" y="1638"/>
                  </a:cubicBezTo>
                  <a:cubicBezTo>
                    <a:pt x="205" y="819"/>
                    <a:pt x="205" y="819"/>
                    <a:pt x="205" y="819"/>
                  </a:cubicBezTo>
                  <a:cubicBezTo>
                    <a:pt x="0" y="819"/>
                    <a:pt x="0" y="819"/>
                    <a:pt x="0" y="819"/>
                  </a:cubicBezTo>
                  <a:cubicBezTo>
                    <a:pt x="0" y="537"/>
                    <a:pt x="0" y="537"/>
                    <a:pt x="0" y="537"/>
                  </a:cubicBezTo>
                  <a:cubicBezTo>
                    <a:pt x="205" y="537"/>
                    <a:pt x="205" y="537"/>
                    <a:pt x="205" y="537"/>
                  </a:cubicBezTo>
                  <a:cubicBezTo>
                    <a:pt x="204" y="370"/>
                    <a:pt x="204" y="370"/>
                    <a:pt x="204" y="370"/>
                  </a:cubicBezTo>
                  <a:cubicBezTo>
                    <a:pt x="204" y="140"/>
                    <a:pt x="267" y="0"/>
                    <a:pt x="538" y="0"/>
                  </a:cubicBezTo>
                  <a:cubicBezTo>
                    <a:pt x="764" y="0"/>
                    <a:pt x="764" y="0"/>
                    <a:pt x="764" y="0"/>
                  </a:cubicBezTo>
                  <a:cubicBezTo>
                    <a:pt x="764" y="282"/>
                    <a:pt x="764" y="282"/>
                    <a:pt x="764" y="282"/>
                  </a:cubicBezTo>
                  <a:cubicBezTo>
                    <a:pt x="623" y="282"/>
                    <a:pt x="623" y="282"/>
                    <a:pt x="623" y="282"/>
                  </a:cubicBezTo>
                  <a:cubicBezTo>
                    <a:pt x="517" y="282"/>
                    <a:pt x="512" y="322"/>
                    <a:pt x="512" y="395"/>
                  </a:cubicBezTo>
                  <a:cubicBezTo>
                    <a:pt x="512" y="537"/>
                    <a:pt x="512" y="537"/>
                    <a:pt x="512" y="537"/>
                  </a:cubicBezTo>
                  <a:cubicBezTo>
                    <a:pt x="766" y="537"/>
                    <a:pt x="766" y="537"/>
                    <a:pt x="766" y="537"/>
                  </a:cubicBezTo>
                  <a:cubicBezTo>
                    <a:pt x="736" y="819"/>
                    <a:pt x="736" y="819"/>
                    <a:pt x="736" y="819"/>
                  </a:cubicBezTo>
                  <a:cubicBezTo>
                    <a:pt x="512" y="819"/>
                    <a:pt x="512" y="819"/>
                    <a:pt x="512" y="819"/>
                  </a:cubicBezTo>
                  <a:lnTo>
                    <a:pt x="512" y="1638"/>
                  </a:lnTo>
                  <a:close/>
                  <a:moveTo>
                    <a:pt x="512" y="1638"/>
                  </a:moveTo>
                  <a:cubicBezTo>
                    <a:pt x="512" y="1638"/>
                    <a:pt x="512" y="1638"/>
                    <a:pt x="512" y="163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4C9CE8A7-FF8C-E9A8-DE38-39FC30CDBCC0}"/>
              </a:ext>
            </a:extLst>
          </p:cNvPr>
          <p:cNvGrpSpPr/>
          <p:nvPr userDrawn="1"/>
        </p:nvGrpSpPr>
        <p:grpSpPr>
          <a:xfrm>
            <a:off x="1955367" y="5984875"/>
            <a:ext cx="327105" cy="327105"/>
            <a:chOff x="1625600" y="5921295"/>
            <a:chExt cx="327105" cy="327105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D2173A30-A77A-8710-7524-F3B3ED85DADF}"/>
                </a:ext>
              </a:extLst>
            </p:cNvPr>
            <p:cNvSpPr/>
            <p:nvPr userDrawn="1"/>
          </p:nvSpPr>
          <p:spPr>
            <a:xfrm>
              <a:off x="16256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00ACF8E5-BB16-79CA-DD9A-6550F9BC8D8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4575" y="6014806"/>
              <a:ext cx="169155" cy="140083"/>
            </a:xfrm>
            <a:custGeom>
              <a:avLst/>
              <a:gdLst>
                <a:gd name="T0" fmla="*/ 51 w 51"/>
                <a:gd name="T1" fmla="*/ 5 h 42"/>
                <a:gd name="T2" fmla="*/ 45 w 51"/>
                <a:gd name="T3" fmla="*/ 7 h 42"/>
                <a:gd name="T4" fmla="*/ 50 w 51"/>
                <a:gd name="T5" fmla="*/ 1 h 42"/>
                <a:gd name="T6" fmla="*/ 43 w 51"/>
                <a:gd name="T7" fmla="*/ 3 h 42"/>
                <a:gd name="T8" fmla="*/ 35 w 51"/>
                <a:gd name="T9" fmla="*/ 0 h 42"/>
                <a:gd name="T10" fmla="*/ 25 w 51"/>
                <a:gd name="T11" fmla="*/ 10 h 42"/>
                <a:gd name="T12" fmla="*/ 25 w 51"/>
                <a:gd name="T13" fmla="*/ 13 h 42"/>
                <a:gd name="T14" fmla="*/ 4 w 51"/>
                <a:gd name="T15" fmla="*/ 2 h 42"/>
                <a:gd name="T16" fmla="*/ 2 w 51"/>
                <a:gd name="T17" fmla="*/ 7 h 42"/>
                <a:gd name="T18" fmla="*/ 7 w 51"/>
                <a:gd name="T19" fmla="*/ 16 h 42"/>
                <a:gd name="T20" fmla="*/ 2 w 51"/>
                <a:gd name="T21" fmla="*/ 15 h 42"/>
                <a:gd name="T22" fmla="*/ 2 w 51"/>
                <a:gd name="T23" fmla="*/ 15 h 42"/>
                <a:gd name="T24" fmla="*/ 10 w 51"/>
                <a:gd name="T25" fmla="*/ 25 h 42"/>
                <a:gd name="T26" fmla="*/ 8 w 51"/>
                <a:gd name="T27" fmla="*/ 25 h 42"/>
                <a:gd name="T28" fmla="*/ 6 w 51"/>
                <a:gd name="T29" fmla="*/ 25 h 42"/>
                <a:gd name="T30" fmla="*/ 16 w 51"/>
                <a:gd name="T31" fmla="*/ 33 h 42"/>
                <a:gd name="T32" fmla="*/ 2 w 51"/>
                <a:gd name="T33" fmla="*/ 37 h 42"/>
                <a:gd name="T34" fmla="*/ 0 w 51"/>
                <a:gd name="T35" fmla="*/ 37 h 42"/>
                <a:gd name="T36" fmla="*/ 16 w 51"/>
                <a:gd name="T37" fmla="*/ 42 h 42"/>
                <a:gd name="T38" fmla="*/ 46 w 51"/>
                <a:gd name="T39" fmla="*/ 12 h 42"/>
                <a:gd name="T40" fmla="*/ 46 w 51"/>
                <a:gd name="T41" fmla="*/ 10 h 42"/>
                <a:gd name="T42" fmla="*/ 51 w 51"/>
                <a:gd name="T43" fmla="*/ 5 h 42"/>
                <a:gd name="T44" fmla="*/ 51 w 51"/>
                <a:gd name="T45" fmla="*/ 5 h 42"/>
                <a:gd name="T46" fmla="*/ 51 w 51"/>
                <a:gd name="T47" fmla="*/ 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1" h="42">
                  <a:moveTo>
                    <a:pt x="51" y="5"/>
                  </a:moveTo>
                  <a:cubicBezTo>
                    <a:pt x="49" y="6"/>
                    <a:pt x="47" y="6"/>
                    <a:pt x="45" y="7"/>
                  </a:cubicBezTo>
                  <a:cubicBezTo>
                    <a:pt x="47" y="5"/>
                    <a:pt x="49" y="3"/>
                    <a:pt x="50" y="1"/>
                  </a:cubicBezTo>
                  <a:cubicBezTo>
                    <a:pt x="48" y="2"/>
                    <a:pt x="46" y="3"/>
                    <a:pt x="43" y="3"/>
                  </a:cubicBezTo>
                  <a:cubicBezTo>
                    <a:pt x="41" y="1"/>
                    <a:pt x="38" y="0"/>
                    <a:pt x="35" y="0"/>
                  </a:cubicBezTo>
                  <a:cubicBezTo>
                    <a:pt x="30" y="0"/>
                    <a:pt x="25" y="5"/>
                    <a:pt x="25" y="10"/>
                  </a:cubicBezTo>
                  <a:cubicBezTo>
                    <a:pt x="25" y="11"/>
                    <a:pt x="25" y="12"/>
                    <a:pt x="25" y="13"/>
                  </a:cubicBezTo>
                  <a:cubicBezTo>
                    <a:pt x="16" y="12"/>
                    <a:pt x="9" y="8"/>
                    <a:pt x="4" y="2"/>
                  </a:cubicBezTo>
                  <a:cubicBezTo>
                    <a:pt x="3" y="3"/>
                    <a:pt x="2" y="5"/>
                    <a:pt x="2" y="7"/>
                  </a:cubicBezTo>
                  <a:cubicBezTo>
                    <a:pt x="2" y="11"/>
                    <a:pt x="4" y="14"/>
                    <a:pt x="7" y="16"/>
                  </a:cubicBezTo>
                  <a:cubicBezTo>
                    <a:pt x="5" y="16"/>
                    <a:pt x="3" y="15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20"/>
                    <a:pt x="6" y="24"/>
                    <a:pt x="10" y="25"/>
                  </a:cubicBezTo>
                  <a:cubicBezTo>
                    <a:pt x="10" y="25"/>
                    <a:pt x="9" y="25"/>
                    <a:pt x="8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7" y="29"/>
                    <a:pt x="11" y="32"/>
                    <a:pt x="16" y="33"/>
                  </a:cubicBezTo>
                  <a:cubicBezTo>
                    <a:pt x="12" y="35"/>
                    <a:pt x="7" y="37"/>
                    <a:pt x="2" y="37"/>
                  </a:cubicBezTo>
                  <a:cubicBezTo>
                    <a:pt x="2" y="37"/>
                    <a:pt x="1" y="37"/>
                    <a:pt x="0" y="37"/>
                  </a:cubicBezTo>
                  <a:cubicBezTo>
                    <a:pt x="5" y="40"/>
                    <a:pt x="10" y="42"/>
                    <a:pt x="16" y="42"/>
                  </a:cubicBezTo>
                  <a:cubicBezTo>
                    <a:pt x="35" y="42"/>
                    <a:pt x="46" y="26"/>
                    <a:pt x="46" y="1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8" y="9"/>
                    <a:pt x="50" y="7"/>
                    <a:pt x="51" y="5"/>
                  </a:cubicBezTo>
                  <a:close/>
                  <a:moveTo>
                    <a:pt x="51" y="5"/>
                  </a:moveTo>
                  <a:cubicBezTo>
                    <a:pt x="51" y="5"/>
                    <a:pt x="51" y="5"/>
                    <a:pt x="51" y="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23FBEF2A-41DC-A0FD-2BB1-4B7476196F10}"/>
              </a:ext>
            </a:extLst>
          </p:cNvPr>
          <p:cNvGrpSpPr/>
          <p:nvPr userDrawn="1"/>
        </p:nvGrpSpPr>
        <p:grpSpPr>
          <a:xfrm>
            <a:off x="2495694" y="5984875"/>
            <a:ext cx="327105" cy="327105"/>
            <a:chOff x="2082800" y="5921295"/>
            <a:chExt cx="327105" cy="327105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BEBCD24A-ECE7-9DE2-9505-67F239926580}"/>
                </a:ext>
              </a:extLst>
            </p:cNvPr>
            <p:cNvSpPr/>
            <p:nvPr userDrawn="1"/>
          </p:nvSpPr>
          <p:spPr>
            <a:xfrm>
              <a:off x="20828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36" name="Graphique 35">
              <a:extLst>
                <a:ext uri="{FF2B5EF4-FFF2-40B4-BE49-F238E27FC236}">
                  <a16:creationId xmlns:a16="http://schemas.microsoft.com/office/drawing/2014/main" id="{9C6BD918-FC9B-0CE9-6FD0-9551E08F40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67126" y="5991354"/>
              <a:ext cx="158452" cy="186987"/>
            </a:xfrm>
            <a:prstGeom prst="rect">
              <a:avLst/>
            </a:prstGeom>
          </p:spPr>
        </p:pic>
      </p:grpSp>
      <p:sp>
        <p:nvSpPr>
          <p:cNvPr id="6" name="Ellipse 4">
            <a:extLst>
              <a:ext uri="{FF2B5EF4-FFF2-40B4-BE49-F238E27FC236}">
                <a16:creationId xmlns:a16="http://schemas.microsoft.com/office/drawing/2014/main" id="{DED7CD8C-8A39-F519-81AD-E89A05FAA617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9">
            <a:extLst>
              <a:ext uri="{FF2B5EF4-FFF2-40B4-BE49-F238E27FC236}">
                <a16:creationId xmlns:a16="http://schemas.microsoft.com/office/drawing/2014/main" id="{F2107AD0-51A9-723A-C07B-D2278D1B1C86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28" name="Ellipse 12">
            <a:extLst>
              <a:ext uri="{FF2B5EF4-FFF2-40B4-BE49-F238E27FC236}">
                <a16:creationId xmlns:a16="http://schemas.microsoft.com/office/drawing/2014/main" id="{8A4A73C5-C3E4-A700-6695-09C6DED01029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7" name="ZoneTexte 13">
            <a:extLst>
              <a:ext uri="{FF2B5EF4-FFF2-40B4-BE49-F238E27FC236}">
                <a16:creationId xmlns:a16="http://schemas.microsoft.com/office/drawing/2014/main" id="{A0CD10BA-BF05-6F4D-8274-4BE9B6224672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38" name="Ellipse 15">
            <a:extLst>
              <a:ext uri="{FF2B5EF4-FFF2-40B4-BE49-F238E27FC236}">
                <a16:creationId xmlns:a16="http://schemas.microsoft.com/office/drawing/2014/main" id="{D004A92C-55E3-0AF0-B008-70208BD16A5B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9" name="ZoneTexte 16">
            <a:extLst>
              <a:ext uri="{FF2B5EF4-FFF2-40B4-BE49-F238E27FC236}">
                <a16:creationId xmlns:a16="http://schemas.microsoft.com/office/drawing/2014/main" id="{4D9D9A32-AD7D-B1B9-2369-7E5BA13FC422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40" name="Ellipse 18">
            <a:extLst>
              <a:ext uri="{FF2B5EF4-FFF2-40B4-BE49-F238E27FC236}">
                <a16:creationId xmlns:a16="http://schemas.microsoft.com/office/drawing/2014/main" id="{6671A5B7-CDF0-FC97-9B08-B2759C9B68A5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41" name="ZoneTexte 19">
            <a:extLst>
              <a:ext uri="{FF2B5EF4-FFF2-40B4-BE49-F238E27FC236}">
                <a16:creationId xmlns:a16="http://schemas.microsoft.com/office/drawing/2014/main" id="{46BDC638-B8E2-A5DB-89FA-4D97F21EE003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42" name="Ellipse 31">
            <a:extLst>
              <a:ext uri="{FF2B5EF4-FFF2-40B4-BE49-F238E27FC236}">
                <a16:creationId xmlns:a16="http://schemas.microsoft.com/office/drawing/2014/main" id="{C2DA3660-5891-4B66-407F-F943D6AD0766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43" name="ZoneTexte 32">
            <a:extLst>
              <a:ext uri="{FF2B5EF4-FFF2-40B4-BE49-F238E27FC236}">
                <a16:creationId xmlns:a16="http://schemas.microsoft.com/office/drawing/2014/main" id="{C050B1E9-8A55-47AD-574A-E9E18A1521A7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44" name="Ellipse 34">
            <a:extLst>
              <a:ext uri="{FF2B5EF4-FFF2-40B4-BE49-F238E27FC236}">
                <a16:creationId xmlns:a16="http://schemas.microsoft.com/office/drawing/2014/main" id="{3F598EE7-4848-93CB-C25C-6D92475D3BCC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45" name="ZoneTexte 35">
            <a:extLst>
              <a:ext uri="{FF2B5EF4-FFF2-40B4-BE49-F238E27FC236}">
                <a16:creationId xmlns:a16="http://schemas.microsoft.com/office/drawing/2014/main" id="{C9B8A84A-7C0E-59FA-EBAF-41B5118DD1C1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221796967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-1609393" y="1600243"/>
            <a:ext cx="6867148" cy="3648366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F45E525-2092-DCB3-A3B8-603231AB6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4713" y="779633"/>
            <a:ext cx="11317288" cy="4486106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81EEA301-E3F9-1804-C636-751FFED6D4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763" y="1545084"/>
            <a:ext cx="10056523" cy="47089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bg2"/>
                </a:solidFill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17" name="Espace réservé du texte 4">
            <a:extLst>
              <a:ext uri="{FF2B5EF4-FFF2-40B4-BE49-F238E27FC236}">
                <a16:creationId xmlns:a16="http://schemas.microsoft.com/office/drawing/2014/main" id="{25BC6D38-D7BB-7DBA-DE36-BB4AA7525F4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71637" y="3905180"/>
            <a:ext cx="2449010" cy="953148"/>
          </a:xfrm>
          <a:prstGeom prst="rect">
            <a:avLst/>
          </a:prstGeom>
        </p:spPr>
        <p:txBody>
          <a:bodyPr anchor="t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10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4E5D6A36-32F7-52AF-E108-1F2AF10938C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71636" y="3623470"/>
            <a:ext cx="2449010" cy="184666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Name</a:t>
            </a:r>
          </a:p>
        </p:txBody>
      </p: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3EAAE07F-4000-B82A-24D5-2B35664AD1C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60765" y="3905180"/>
            <a:ext cx="2449010" cy="953148"/>
          </a:xfrm>
          <a:prstGeom prst="rect">
            <a:avLst/>
          </a:prstGeom>
        </p:spPr>
        <p:txBody>
          <a:bodyPr anchor="t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10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2" name="Espace réservé du texte 4">
            <a:extLst>
              <a:ext uri="{FF2B5EF4-FFF2-40B4-BE49-F238E27FC236}">
                <a16:creationId xmlns:a16="http://schemas.microsoft.com/office/drawing/2014/main" id="{954C8C81-1A28-307A-0623-45EA8596D4D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60764" y="3623470"/>
            <a:ext cx="2449010" cy="184666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Name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6215BE16-B6CA-5EDF-59A3-509790D70AF0}"/>
              </a:ext>
            </a:extLst>
          </p:cNvPr>
          <p:cNvGrpSpPr/>
          <p:nvPr userDrawn="1"/>
        </p:nvGrpSpPr>
        <p:grpSpPr>
          <a:xfrm>
            <a:off x="874713" y="5984875"/>
            <a:ext cx="327105" cy="327105"/>
            <a:chOff x="711200" y="5921295"/>
            <a:chExt cx="327105" cy="327105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80F8FE8D-E10C-03FE-CBA8-BACB1ECCA54A}"/>
                </a:ext>
              </a:extLst>
            </p:cNvPr>
            <p:cNvSpPr/>
            <p:nvPr userDrawn="1"/>
          </p:nvSpPr>
          <p:spPr>
            <a:xfrm>
              <a:off x="7112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9" name="Freeform 36">
              <a:extLst>
                <a:ext uri="{FF2B5EF4-FFF2-40B4-BE49-F238E27FC236}">
                  <a16:creationId xmlns:a16="http://schemas.microsoft.com/office/drawing/2014/main" id="{FFF66E68-A34A-3863-52DE-2694874B43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98021" y="6008037"/>
              <a:ext cx="153462" cy="153621"/>
            </a:xfrm>
            <a:custGeom>
              <a:avLst/>
              <a:gdLst>
                <a:gd name="T0" fmla="*/ 0 w 819"/>
                <a:gd name="T1" fmla="*/ 819 h 820"/>
                <a:gd name="T2" fmla="*/ 153 w 819"/>
                <a:gd name="T3" fmla="*/ 819 h 820"/>
                <a:gd name="T4" fmla="*/ 153 w 819"/>
                <a:gd name="T5" fmla="*/ 205 h 820"/>
                <a:gd name="T6" fmla="*/ 0 w 819"/>
                <a:gd name="T7" fmla="*/ 205 h 820"/>
                <a:gd name="T8" fmla="*/ 0 w 819"/>
                <a:gd name="T9" fmla="*/ 819 h 820"/>
                <a:gd name="T10" fmla="*/ 614 w 819"/>
                <a:gd name="T11" fmla="*/ 205 h 820"/>
                <a:gd name="T12" fmla="*/ 410 w 819"/>
                <a:gd name="T13" fmla="*/ 307 h 820"/>
                <a:gd name="T14" fmla="*/ 410 w 819"/>
                <a:gd name="T15" fmla="*/ 205 h 820"/>
                <a:gd name="T16" fmla="*/ 256 w 819"/>
                <a:gd name="T17" fmla="*/ 205 h 820"/>
                <a:gd name="T18" fmla="*/ 256 w 819"/>
                <a:gd name="T19" fmla="*/ 819 h 820"/>
                <a:gd name="T20" fmla="*/ 410 w 819"/>
                <a:gd name="T21" fmla="*/ 819 h 820"/>
                <a:gd name="T22" fmla="*/ 410 w 819"/>
                <a:gd name="T23" fmla="*/ 461 h 820"/>
                <a:gd name="T24" fmla="*/ 563 w 819"/>
                <a:gd name="T25" fmla="*/ 359 h 820"/>
                <a:gd name="T26" fmla="*/ 666 w 819"/>
                <a:gd name="T27" fmla="*/ 461 h 820"/>
                <a:gd name="T28" fmla="*/ 666 w 819"/>
                <a:gd name="T29" fmla="*/ 819 h 820"/>
                <a:gd name="T30" fmla="*/ 819 w 819"/>
                <a:gd name="T31" fmla="*/ 820 h 820"/>
                <a:gd name="T32" fmla="*/ 819 w 819"/>
                <a:gd name="T33" fmla="*/ 395 h 820"/>
                <a:gd name="T34" fmla="*/ 614 w 819"/>
                <a:gd name="T35" fmla="*/ 205 h 820"/>
                <a:gd name="T36" fmla="*/ 77 w 819"/>
                <a:gd name="T37" fmla="*/ 0 h 820"/>
                <a:gd name="T38" fmla="*/ 0 w 819"/>
                <a:gd name="T39" fmla="*/ 77 h 820"/>
                <a:gd name="T40" fmla="*/ 77 w 819"/>
                <a:gd name="T41" fmla="*/ 154 h 820"/>
                <a:gd name="T42" fmla="*/ 153 w 819"/>
                <a:gd name="T43" fmla="*/ 77 h 820"/>
                <a:gd name="T44" fmla="*/ 77 w 819"/>
                <a:gd name="T45" fmla="*/ 0 h 820"/>
                <a:gd name="T46" fmla="*/ 77 w 819"/>
                <a:gd name="T47" fmla="*/ 0 h 820"/>
                <a:gd name="T48" fmla="*/ 77 w 819"/>
                <a:gd name="T49" fmla="*/ 0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19" h="820">
                  <a:moveTo>
                    <a:pt x="0" y="819"/>
                  </a:moveTo>
                  <a:cubicBezTo>
                    <a:pt x="153" y="819"/>
                    <a:pt x="153" y="819"/>
                    <a:pt x="153" y="819"/>
                  </a:cubicBezTo>
                  <a:cubicBezTo>
                    <a:pt x="153" y="205"/>
                    <a:pt x="153" y="205"/>
                    <a:pt x="153" y="205"/>
                  </a:cubicBezTo>
                  <a:cubicBezTo>
                    <a:pt x="0" y="205"/>
                    <a:pt x="0" y="205"/>
                    <a:pt x="0" y="205"/>
                  </a:cubicBezTo>
                  <a:lnTo>
                    <a:pt x="0" y="819"/>
                  </a:lnTo>
                  <a:close/>
                  <a:moveTo>
                    <a:pt x="614" y="205"/>
                  </a:moveTo>
                  <a:cubicBezTo>
                    <a:pt x="483" y="207"/>
                    <a:pt x="418" y="303"/>
                    <a:pt x="410" y="307"/>
                  </a:cubicBezTo>
                  <a:cubicBezTo>
                    <a:pt x="410" y="205"/>
                    <a:pt x="410" y="205"/>
                    <a:pt x="410" y="205"/>
                  </a:cubicBezTo>
                  <a:cubicBezTo>
                    <a:pt x="256" y="205"/>
                    <a:pt x="256" y="205"/>
                    <a:pt x="256" y="205"/>
                  </a:cubicBezTo>
                  <a:cubicBezTo>
                    <a:pt x="256" y="819"/>
                    <a:pt x="256" y="819"/>
                    <a:pt x="256" y="819"/>
                  </a:cubicBezTo>
                  <a:cubicBezTo>
                    <a:pt x="410" y="819"/>
                    <a:pt x="410" y="819"/>
                    <a:pt x="410" y="819"/>
                  </a:cubicBezTo>
                  <a:cubicBezTo>
                    <a:pt x="410" y="461"/>
                    <a:pt x="410" y="461"/>
                    <a:pt x="410" y="461"/>
                  </a:cubicBezTo>
                  <a:cubicBezTo>
                    <a:pt x="410" y="448"/>
                    <a:pt x="442" y="343"/>
                    <a:pt x="563" y="359"/>
                  </a:cubicBezTo>
                  <a:cubicBezTo>
                    <a:pt x="628" y="363"/>
                    <a:pt x="663" y="449"/>
                    <a:pt x="666" y="461"/>
                  </a:cubicBezTo>
                  <a:cubicBezTo>
                    <a:pt x="666" y="819"/>
                    <a:pt x="666" y="819"/>
                    <a:pt x="666" y="819"/>
                  </a:cubicBezTo>
                  <a:cubicBezTo>
                    <a:pt x="819" y="820"/>
                    <a:pt x="819" y="820"/>
                    <a:pt x="819" y="820"/>
                  </a:cubicBezTo>
                  <a:cubicBezTo>
                    <a:pt x="819" y="395"/>
                    <a:pt x="819" y="395"/>
                    <a:pt x="819" y="395"/>
                  </a:cubicBezTo>
                  <a:cubicBezTo>
                    <a:pt x="813" y="333"/>
                    <a:pt x="782" y="207"/>
                    <a:pt x="614" y="205"/>
                  </a:cubicBezTo>
                  <a:close/>
                  <a:moveTo>
                    <a:pt x="77" y="0"/>
                  </a:moveTo>
                  <a:cubicBezTo>
                    <a:pt x="34" y="0"/>
                    <a:pt x="0" y="35"/>
                    <a:pt x="0" y="77"/>
                  </a:cubicBezTo>
                  <a:cubicBezTo>
                    <a:pt x="0" y="119"/>
                    <a:pt x="34" y="154"/>
                    <a:pt x="77" y="154"/>
                  </a:cubicBezTo>
                  <a:cubicBezTo>
                    <a:pt x="119" y="154"/>
                    <a:pt x="153" y="119"/>
                    <a:pt x="153" y="77"/>
                  </a:cubicBezTo>
                  <a:cubicBezTo>
                    <a:pt x="153" y="35"/>
                    <a:pt x="119" y="0"/>
                    <a:pt x="77" y="0"/>
                  </a:cubicBezTo>
                  <a:close/>
                  <a:moveTo>
                    <a:pt x="77" y="0"/>
                  </a:moveTo>
                  <a:cubicBezTo>
                    <a:pt x="77" y="0"/>
                    <a:pt x="77" y="0"/>
                    <a:pt x="7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effectLst>
                  <a:innerShdw blurRad="114300">
                    <a:prstClr val="black"/>
                  </a:innerShdw>
                </a:effectLst>
                <a:latin typeface="Tahoma" panose="020B0604030504040204" pitchFamily="34" charset="0"/>
              </a:endParaRPr>
            </a:p>
          </p:txBody>
        </p:sp>
      </p:grpSp>
      <p:pic>
        <p:nvPicPr>
          <p:cNvPr id="4" name="Graphique 3">
            <a:extLst>
              <a:ext uri="{FF2B5EF4-FFF2-40B4-BE49-F238E27FC236}">
                <a16:creationId xmlns:a16="http://schemas.microsoft.com/office/drawing/2014/main" id="{7FEE60B4-C736-621C-5B42-A2DB15E6B9A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5817" y="6031190"/>
            <a:ext cx="1784345" cy="227099"/>
          </a:xfrm>
          <a:prstGeom prst="rect">
            <a:avLst/>
          </a:prstGeom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E4FCA98C-F466-116F-D53A-4FCA8C5196AC}"/>
              </a:ext>
            </a:extLst>
          </p:cNvPr>
          <p:cNvGrpSpPr/>
          <p:nvPr userDrawn="1"/>
        </p:nvGrpSpPr>
        <p:grpSpPr>
          <a:xfrm>
            <a:off x="1415040" y="5984875"/>
            <a:ext cx="327105" cy="327105"/>
            <a:chOff x="1168400" y="5921295"/>
            <a:chExt cx="327105" cy="327105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539E4474-48F8-B3B8-FEEC-81368D91BC77}"/>
                </a:ext>
              </a:extLst>
            </p:cNvPr>
            <p:cNvSpPr/>
            <p:nvPr userDrawn="1"/>
          </p:nvSpPr>
          <p:spPr>
            <a:xfrm>
              <a:off x="11684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8796EAE4-522B-CDAD-AE70-8AE67A89FC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94312" y="6004509"/>
              <a:ext cx="75280" cy="160676"/>
            </a:xfrm>
            <a:custGeom>
              <a:avLst/>
              <a:gdLst>
                <a:gd name="T0" fmla="*/ 512 w 766"/>
                <a:gd name="T1" fmla="*/ 1638 h 1638"/>
                <a:gd name="T2" fmla="*/ 205 w 766"/>
                <a:gd name="T3" fmla="*/ 1638 h 1638"/>
                <a:gd name="T4" fmla="*/ 205 w 766"/>
                <a:gd name="T5" fmla="*/ 819 h 1638"/>
                <a:gd name="T6" fmla="*/ 0 w 766"/>
                <a:gd name="T7" fmla="*/ 819 h 1638"/>
                <a:gd name="T8" fmla="*/ 0 w 766"/>
                <a:gd name="T9" fmla="*/ 537 h 1638"/>
                <a:gd name="T10" fmla="*/ 205 w 766"/>
                <a:gd name="T11" fmla="*/ 537 h 1638"/>
                <a:gd name="T12" fmla="*/ 204 w 766"/>
                <a:gd name="T13" fmla="*/ 370 h 1638"/>
                <a:gd name="T14" fmla="*/ 538 w 766"/>
                <a:gd name="T15" fmla="*/ 0 h 1638"/>
                <a:gd name="T16" fmla="*/ 764 w 766"/>
                <a:gd name="T17" fmla="*/ 0 h 1638"/>
                <a:gd name="T18" fmla="*/ 764 w 766"/>
                <a:gd name="T19" fmla="*/ 282 h 1638"/>
                <a:gd name="T20" fmla="*/ 623 w 766"/>
                <a:gd name="T21" fmla="*/ 282 h 1638"/>
                <a:gd name="T22" fmla="*/ 512 w 766"/>
                <a:gd name="T23" fmla="*/ 395 h 1638"/>
                <a:gd name="T24" fmla="*/ 512 w 766"/>
                <a:gd name="T25" fmla="*/ 537 h 1638"/>
                <a:gd name="T26" fmla="*/ 766 w 766"/>
                <a:gd name="T27" fmla="*/ 537 h 1638"/>
                <a:gd name="T28" fmla="*/ 736 w 766"/>
                <a:gd name="T29" fmla="*/ 819 h 1638"/>
                <a:gd name="T30" fmla="*/ 512 w 766"/>
                <a:gd name="T31" fmla="*/ 819 h 1638"/>
                <a:gd name="T32" fmla="*/ 512 w 766"/>
                <a:gd name="T33" fmla="*/ 1638 h 1638"/>
                <a:gd name="T34" fmla="*/ 512 w 766"/>
                <a:gd name="T35" fmla="*/ 1638 h 1638"/>
                <a:gd name="T36" fmla="*/ 512 w 766"/>
                <a:gd name="T37" fmla="*/ 1638 h 1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6" h="1638">
                  <a:moveTo>
                    <a:pt x="512" y="1638"/>
                  </a:moveTo>
                  <a:cubicBezTo>
                    <a:pt x="205" y="1638"/>
                    <a:pt x="205" y="1638"/>
                    <a:pt x="205" y="1638"/>
                  </a:cubicBezTo>
                  <a:cubicBezTo>
                    <a:pt x="205" y="819"/>
                    <a:pt x="205" y="819"/>
                    <a:pt x="205" y="819"/>
                  </a:cubicBezTo>
                  <a:cubicBezTo>
                    <a:pt x="0" y="819"/>
                    <a:pt x="0" y="819"/>
                    <a:pt x="0" y="819"/>
                  </a:cubicBezTo>
                  <a:cubicBezTo>
                    <a:pt x="0" y="537"/>
                    <a:pt x="0" y="537"/>
                    <a:pt x="0" y="537"/>
                  </a:cubicBezTo>
                  <a:cubicBezTo>
                    <a:pt x="205" y="537"/>
                    <a:pt x="205" y="537"/>
                    <a:pt x="205" y="537"/>
                  </a:cubicBezTo>
                  <a:cubicBezTo>
                    <a:pt x="204" y="370"/>
                    <a:pt x="204" y="370"/>
                    <a:pt x="204" y="370"/>
                  </a:cubicBezTo>
                  <a:cubicBezTo>
                    <a:pt x="204" y="140"/>
                    <a:pt x="267" y="0"/>
                    <a:pt x="538" y="0"/>
                  </a:cubicBezTo>
                  <a:cubicBezTo>
                    <a:pt x="764" y="0"/>
                    <a:pt x="764" y="0"/>
                    <a:pt x="764" y="0"/>
                  </a:cubicBezTo>
                  <a:cubicBezTo>
                    <a:pt x="764" y="282"/>
                    <a:pt x="764" y="282"/>
                    <a:pt x="764" y="282"/>
                  </a:cubicBezTo>
                  <a:cubicBezTo>
                    <a:pt x="623" y="282"/>
                    <a:pt x="623" y="282"/>
                    <a:pt x="623" y="282"/>
                  </a:cubicBezTo>
                  <a:cubicBezTo>
                    <a:pt x="517" y="282"/>
                    <a:pt x="512" y="322"/>
                    <a:pt x="512" y="395"/>
                  </a:cubicBezTo>
                  <a:cubicBezTo>
                    <a:pt x="512" y="537"/>
                    <a:pt x="512" y="537"/>
                    <a:pt x="512" y="537"/>
                  </a:cubicBezTo>
                  <a:cubicBezTo>
                    <a:pt x="766" y="537"/>
                    <a:pt x="766" y="537"/>
                    <a:pt x="766" y="537"/>
                  </a:cubicBezTo>
                  <a:cubicBezTo>
                    <a:pt x="736" y="819"/>
                    <a:pt x="736" y="819"/>
                    <a:pt x="736" y="819"/>
                  </a:cubicBezTo>
                  <a:cubicBezTo>
                    <a:pt x="512" y="819"/>
                    <a:pt x="512" y="819"/>
                    <a:pt x="512" y="819"/>
                  </a:cubicBezTo>
                  <a:lnTo>
                    <a:pt x="512" y="1638"/>
                  </a:lnTo>
                  <a:close/>
                  <a:moveTo>
                    <a:pt x="512" y="1638"/>
                  </a:moveTo>
                  <a:cubicBezTo>
                    <a:pt x="512" y="1638"/>
                    <a:pt x="512" y="1638"/>
                    <a:pt x="512" y="163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latin typeface="Tahoma" panose="020B0604030504040204" pitchFamily="34" charset="0"/>
              </a:endParaRP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DB449C61-8BB1-27E2-9286-1E7E833094DF}"/>
              </a:ext>
            </a:extLst>
          </p:cNvPr>
          <p:cNvGrpSpPr/>
          <p:nvPr userDrawn="1"/>
        </p:nvGrpSpPr>
        <p:grpSpPr>
          <a:xfrm>
            <a:off x="1955367" y="5984875"/>
            <a:ext cx="327105" cy="327105"/>
            <a:chOff x="1625600" y="5921295"/>
            <a:chExt cx="327105" cy="327105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B5184A06-0B16-95C2-5DB6-BADDFF4D7CE4}"/>
                </a:ext>
              </a:extLst>
            </p:cNvPr>
            <p:cNvSpPr/>
            <p:nvPr userDrawn="1"/>
          </p:nvSpPr>
          <p:spPr>
            <a:xfrm>
              <a:off x="16256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A3907039-82FB-6F99-DB9A-209ADBCE09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4575" y="6014806"/>
              <a:ext cx="169155" cy="140083"/>
            </a:xfrm>
            <a:custGeom>
              <a:avLst/>
              <a:gdLst>
                <a:gd name="T0" fmla="*/ 51 w 51"/>
                <a:gd name="T1" fmla="*/ 5 h 42"/>
                <a:gd name="T2" fmla="*/ 45 w 51"/>
                <a:gd name="T3" fmla="*/ 7 h 42"/>
                <a:gd name="T4" fmla="*/ 50 w 51"/>
                <a:gd name="T5" fmla="*/ 1 h 42"/>
                <a:gd name="T6" fmla="*/ 43 w 51"/>
                <a:gd name="T7" fmla="*/ 3 h 42"/>
                <a:gd name="T8" fmla="*/ 35 w 51"/>
                <a:gd name="T9" fmla="*/ 0 h 42"/>
                <a:gd name="T10" fmla="*/ 25 w 51"/>
                <a:gd name="T11" fmla="*/ 10 h 42"/>
                <a:gd name="T12" fmla="*/ 25 w 51"/>
                <a:gd name="T13" fmla="*/ 13 h 42"/>
                <a:gd name="T14" fmla="*/ 4 w 51"/>
                <a:gd name="T15" fmla="*/ 2 h 42"/>
                <a:gd name="T16" fmla="*/ 2 w 51"/>
                <a:gd name="T17" fmla="*/ 7 h 42"/>
                <a:gd name="T18" fmla="*/ 7 w 51"/>
                <a:gd name="T19" fmla="*/ 16 h 42"/>
                <a:gd name="T20" fmla="*/ 2 w 51"/>
                <a:gd name="T21" fmla="*/ 15 h 42"/>
                <a:gd name="T22" fmla="*/ 2 w 51"/>
                <a:gd name="T23" fmla="*/ 15 h 42"/>
                <a:gd name="T24" fmla="*/ 10 w 51"/>
                <a:gd name="T25" fmla="*/ 25 h 42"/>
                <a:gd name="T26" fmla="*/ 8 w 51"/>
                <a:gd name="T27" fmla="*/ 25 h 42"/>
                <a:gd name="T28" fmla="*/ 6 w 51"/>
                <a:gd name="T29" fmla="*/ 25 h 42"/>
                <a:gd name="T30" fmla="*/ 16 w 51"/>
                <a:gd name="T31" fmla="*/ 33 h 42"/>
                <a:gd name="T32" fmla="*/ 2 w 51"/>
                <a:gd name="T33" fmla="*/ 37 h 42"/>
                <a:gd name="T34" fmla="*/ 0 w 51"/>
                <a:gd name="T35" fmla="*/ 37 h 42"/>
                <a:gd name="T36" fmla="*/ 16 w 51"/>
                <a:gd name="T37" fmla="*/ 42 h 42"/>
                <a:gd name="T38" fmla="*/ 46 w 51"/>
                <a:gd name="T39" fmla="*/ 12 h 42"/>
                <a:gd name="T40" fmla="*/ 46 w 51"/>
                <a:gd name="T41" fmla="*/ 10 h 42"/>
                <a:gd name="T42" fmla="*/ 51 w 51"/>
                <a:gd name="T43" fmla="*/ 5 h 42"/>
                <a:gd name="T44" fmla="*/ 51 w 51"/>
                <a:gd name="T45" fmla="*/ 5 h 42"/>
                <a:gd name="T46" fmla="*/ 51 w 51"/>
                <a:gd name="T47" fmla="*/ 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1" h="42">
                  <a:moveTo>
                    <a:pt x="51" y="5"/>
                  </a:moveTo>
                  <a:cubicBezTo>
                    <a:pt x="49" y="6"/>
                    <a:pt x="47" y="6"/>
                    <a:pt x="45" y="7"/>
                  </a:cubicBezTo>
                  <a:cubicBezTo>
                    <a:pt x="47" y="5"/>
                    <a:pt x="49" y="3"/>
                    <a:pt x="50" y="1"/>
                  </a:cubicBezTo>
                  <a:cubicBezTo>
                    <a:pt x="48" y="2"/>
                    <a:pt x="46" y="3"/>
                    <a:pt x="43" y="3"/>
                  </a:cubicBezTo>
                  <a:cubicBezTo>
                    <a:pt x="41" y="1"/>
                    <a:pt x="38" y="0"/>
                    <a:pt x="35" y="0"/>
                  </a:cubicBezTo>
                  <a:cubicBezTo>
                    <a:pt x="30" y="0"/>
                    <a:pt x="25" y="5"/>
                    <a:pt x="25" y="10"/>
                  </a:cubicBezTo>
                  <a:cubicBezTo>
                    <a:pt x="25" y="11"/>
                    <a:pt x="25" y="12"/>
                    <a:pt x="25" y="13"/>
                  </a:cubicBezTo>
                  <a:cubicBezTo>
                    <a:pt x="16" y="12"/>
                    <a:pt x="9" y="8"/>
                    <a:pt x="4" y="2"/>
                  </a:cubicBezTo>
                  <a:cubicBezTo>
                    <a:pt x="3" y="3"/>
                    <a:pt x="2" y="5"/>
                    <a:pt x="2" y="7"/>
                  </a:cubicBezTo>
                  <a:cubicBezTo>
                    <a:pt x="2" y="11"/>
                    <a:pt x="4" y="14"/>
                    <a:pt x="7" y="16"/>
                  </a:cubicBezTo>
                  <a:cubicBezTo>
                    <a:pt x="5" y="16"/>
                    <a:pt x="3" y="15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20"/>
                    <a:pt x="6" y="24"/>
                    <a:pt x="10" y="25"/>
                  </a:cubicBezTo>
                  <a:cubicBezTo>
                    <a:pt x="10" y="25"/>
                    <a:pt x="9" y="25"/>
                    <a:pt x="8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7" y="29"/>
                    <a:pt x="11" y="32"/>
                    <a:pt x="16" y="33"/>
                  </a:cubicBezTo>
                  <a:cubicBezTo>
                    <a:pt x="12" y="35"/>
                    <a:pt x="7" y="37"/>
                    <a:pt x="2" y="37"/>
                  </a:cubicBezTo>
                  <a:cubicBezTo>
                    <a:pt x="2" y="37"/>
                    <a:pt x="1" y="37"/>
                    <a:pt x="0" y="37"/>
                  </a:cubicBezTo>
                  <a:cubicBezTo>
                    <a:pt x="5" y="40"/>
                    <a:pt x="10" y="42"/>
                    <a:pt x="16" y="42"/>
                  </a:cubicBezTo>
                  <a:cubicBezTo>
                    <a:pt x="35" y="42"/>
                    <a:pt x="46" y="26"/>
                    <a:pt x="46" y="1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8" y="9"/>
                    <a:pt x="50" y="7"/>
                    <a:pt x="51" y="5"/>
                  </a:cubicBezTo>
                  <a:close/>
                  <a:moveTo>
                    <a:pt x="51" y="5"/>
                  </a:moveTo>
                  <a:cubicBezTo>
                    <a:pt x="51" y="5"/>
                    <a:pt x="51" y="5"/>
                    <a:pt x="51" y="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latin typeface="Tahoma" panose="020B0604030504040204" pitchFamily="34" charset="0"/>
              </a:endParaRPr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2253C6D6-76A1-C215-A6B9-79D55B78D6AB}"/>
              </a:ext>
            </a:extLst>
          </p:cNvPr>
          <p:cNvGrpSpPr/>
          <p:nvPr userDrawn="1"/>
        </p:nvGrpSpPr>
        <p:grpSpPr>
          <a:xfrm>
            <a:off x="2495694" y="5984875"/>
            <a:ext cx="327105" cy="327105"/>
            <a:chOff x="2082800" y="5921295"/>
            <a:chExt cx="327105" cy="327105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D16943C3-9975-F559-45D4-6B16B88D9046}"/>
                </a:ext>
              </a:extLst>
            </p:cNvPr>
            <p:cNvSpPr/>
            <p:nvPr userDrawn="1"/>
          </p:nvSpPr>
          <p:spPr>
            <a:xfrm>
              <a:off x="20828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25" name="Graphique 24">
              <a:extLst>
                <a:ext uri="{FF2B5EF4-FFF2-40B4-BE49-F238E27FC236}">
                  <a16:creationId xmlns:a16="http://schemas.microsoft.com/office/drawing/2014/main" id="{44D665D2-1CC0-07F7-305D-95942F79AA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67126" y="5991354"/>
              <a:ext cx="158452" cy="186987"/>
            </a:xfrm>
            <a:prstGeom prst="rect">
              <a:avLst/>
            </a:prstGeom>
          </p:spPr>
        </p:pic>
      </p:grpSp>
      <p:sp>
        <p:nvSpPr>
          <p:cNvPr id="3" name="Ellipse 4">
            <a:extLst>
              <a:ext uri="{FF2B5EF4-FFF2-40B4-BE49-F238E27FC236}">
                <a16:creationId xmlns:a16="http://schemas.microsoft.com/office/drawing/2014/main" id="{3D866837-18D0-0CE6-61CB-8DF7ED600D32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5" name="ZoneTexte 9">
            <a:extLst>
              <a:ext uri="{FF2B5EF4-FFF2-40B4-BE49-F238E27FC236}">
                <a16:creationId xmlns:a16="http://schemas.microsoft.com/office/drawing/2014/main" id="{08449529-DAAD-1334-B331-83175AEE3CE7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7" name="Ellipse 12">
            <a:extLst>
              <a:ext uri="{FF2B5EF4-FFF2-40B4-BE49-F238E27FC236}">
                <a16:creationId xmlns:a16="http://schemas.microsoft.com/office/drawing/2014/main" id="{6022F8A0-0044-D7CC-0202-509368B05D96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11" name="ZoneTexte 13">
            <a:extLst>
              <a:ext uri="{FF2B5EF4-FFF2-40B4-BE49-F238E27FC236}">
                <a16:creationId xmlns:a16="http://schemas.microsoft.com/office/drawing/2014/main" id="{3CF14F81-9B54-E5B8-659D-F5B761A901B3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26" name="Ellipse 15">
            <a:extLst>
              <a:ext uri="{FF2B5EF4-FFF2-40B4-BE49-F238E27FC236}">
                <a16:creationId xmlns:a16="http://schemas.microsoft.com/office/drawing/2014/main" id="{7AF5FC0B-E3FB-673A-DEF2-5BFE7353B835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7" name="ZoneTexte 16">
            <a:extLst>
              <a:ext uri="{FF2B5EF4-FFF2-40B4-BE49-F238E27FC236}">
                <a16:creationId xmlns:a16="http://schemas.microsoft.com/office/drawing/2014/main" id="{94BCE902-73B5-039A-938C-470DB67F9CF2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28" name="Ellipse 18">
            <a:extLst>
              <a:ext uri="{FF2B5EF4-FFF2-40B4-BE49-F238E27FC236}">
                <a16:creationId xmlns:a16="http://schemas.microsoft.com/office/drawing/2014/main" id="{173C67A9-3488-D9EA-BBCD-E2FB2E0E2D6E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9" name="ZoneTexte 19">
            <a:extLst>
              <a:ext uri="{FF2B5EF4-FFF2-40B4-BE49-F238E27FC236}">
                <a16:creationId xmlns:a16="http://schemas.microsoft.com/office/drawing/2014/main" id="{D818A56C-2599-FB24-7A0E-EBFF871CB552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0" name="Ellipse 31">
            <a:extLst>
              <a:ext uri="{FF2B5EF4-FFF2-40B4-BE49-F238E27FC236}">
                <a16:creationId xmlns:a16="http://schemas.microsoft.com/office/drawing/2014/main" id="{228FBF01-D950-E798-F69D-F9F4E31F00C5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1" name="ZoneTexte 32">
            <a:extLst>
              <a:ext uri="{FF2B5EF4-FFF2-40B4-BE49-F238E27FC236}">
                <a16:creationId xmlns:a16="http://schemas.microsoft.com/office/drawing/2014/main" id="{9DB6AC2D-DCD7-74BC-436C-061FF9DF5D86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2" name="Ellipse 34">
            <a:extLst>
              <a:ext uri="{FF2B5EF4-FFF2-40B4-BE49-F238E27FC236}">
                <a16:creationId xmlns:a16="http://schemas.microsoft.com/office/drawing/2014/main" id="{01347209-4541-9982-2940-AA6CC57D15D7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3" name="ZoneTexte 35">
            <a:extLst>
              <a:ext uri="{FF2B5EF4-FFF2-40B4-BE49-F238E27FC236}">
                <a16:creationId xmlns:a16="http://schemas.microsoft.com/office/drawing/2014/main" id="{02BD1495-A2F6-FDE0-6E35-1D946A44A0CD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377264718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E7B7C216-30D2-CAD5-4D0D-36FB8E6FF3A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74713" y="773113"/>
            <a:ext cx="11317287" cy="4492625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-1606861" y="1597711"/>
            <a:ext cx="6867148" cy="3653430"/>
          </a:xfrm>
          <a:custGeom>
            <a:avLst/>
            <a:gdLst>
              <a:gd name="connsiteX0" fmla="*/ 0 w 6867148"/>
              <a:gd name="connsiteY0" fmla="*/ 0 h 3648366"/>
              <a:gd name="connsiteX1" fmla="*/ 6867148 w 6867148"/>
              <a:gd name="connsiteY1" fmla="*/ 0 h 3648366"/>
              <a:gd name="connsiteX2" fmla="*/ 6867148 w 6867148"/>
              <a:gd name="connsiteY2" fmla="*/ 3648366 h 3648366"/>
              <a:gd name="connsiteX3" fmla="*/ 0 w 6867148"/>
              <a:gd name="connsiteY3" fmla="*/ 3648366 h 3648366"/>
              <a:gd name="connsiteX4" fmla="*/ 0 w 6867148"/>
              <a:gd name="connsiteY4" fmla="*/ 0 h 3648366"/>
              <a:gd name="connsiteX0" fmla="*/ 0 w 6867148"/>
              <a:gd name="connsiteY0" fmla="*/ 0 h 3748190"/>
              <a:gd name="connsiteX1" fmla="*/ 6867148 w 6867148"/>
              <a:gd name="connsiteY1" fmla="*/ 0 h 3748190"/>
              <a:gd name="connsiteX2" fmla="*/ 6867148 w 6867148"/>
              <a:gd name="connsiteY2" fmla="*/ 3648366 h 3748190"/>
              <a:gd name="connsiteX3" fmla="*/ 6487064 w 6867148"/>
              <a:gd name="connsiteY3" fmla="*/ 3748179 h 3748190"/>
              <a:gd name="connsiteX4" fmla="*/ 0 w 6867148"/>
              <a:gd name="connsiteY4" fmla="*/ 3648366 h 3748190"/>
              <a:gd name="connsiteX5" fmla="*/ 0 w 6867148"/>
              <a:gd name="connsiteY5" fmla="*/ 0 h 3748190"/>
              <a:gd name="connsiteX0" fmla="*/ 0 w 6867148"/>
              <a:gd name="connsiteY0" fmla="*/ 0 h 3653427"/>
              <a:gd name="connsiteX1" fmla="*/ 6867148 w 6867148"/>
              <a:gd name="connsiteY1" fmla="*/ 0 h 3653427"/>
              <a:gd name="connsiteX2" fmla="*/ 6867148 w 6867148"/>
              <a:gd name="connsiteY2" fmla="*/ 3648366 h 3653427"/>
              <a:gd name="connsiteX3" fmla="*/ 6064369 w 6867148"/>
              <a:gd name="connsiteY3" fmla="*/ 3653288 h 3653427"/>
              <a:gd name="connsiteX4" fmla="*/ 0 w 6867148"/>
              <a:gd name="connsiteY4" fmla="*/ 3648366 h 3653427"/>
              <a:gd name="connsiteX5" fmla="*/ 0 w 6867148"/>
              <a:gd name="connsiteY5" fmla="*/ 0 h 3653427"/>
              <a:gd name="connsiteX0" fmla="*/ 0 w 6867148"/>
              <a:gd name="connsiteY0" fmla="*/ 0 h 3653427"/>
              <a:gd name="connsiteX1" fmla="*/ 6867148 w 6867148"/>
              <a:gd name="connsiteY1" fmla="*/ 0 h 3653427"/>
              <a:gd name="connsiteX2" fmla="*/ 6867148 w 6867148"/>
              <a:gd name="connsiteY2" fmla="*/ 3648366 h 3653427"/>
              <a:gd name="connsiteX3" fmla="*/ 6064369 w 6867148"/>
              <a:gd name="connsiteY3" fmla="*/ 3653288 h 3653427"/>
              <a:gd name="connsiteX4" fmla="*/ 6077309 w 6867148"/>
              <a:gd name="connsiteY4" fmla="*/ 879897 h 3653427"/>
              <a:gd name="connsiteX5" fmla="*/ 0 w 6867148"/>
              <a:gd name="connsiteY5" fmla="*/ 3648366 h 3653427"/>
              <a:gd name="connsiteX6" fmla="*/ 0 w 6867148"/>
              <a:gd name="connsiteY6" fmla="*/ 0 h 3653427"/>
              <a:gd name="connsiteX0" fmla="*/ 0 w 6867148"/>
              <a:gd name="connsiteY0" fmla="*/ 0 h 3653427"/>
              <a:gd name="connsiteX1" fmla="*/ 6867148 w 6867148"/>
              <a:gd name="connsiteY1" fmla="*/ 0 h 3653427"/>
              <a:gd name="connsiteX2" fmla="*/ 6867148 w 6867148"/>
              <a:gd name="connsiteY2" fmla="*/ 3648366 h 3653427"/>
              <a:gd name="connsiteX3" fmla="*/ 6064369 w 6867148"/>
              <a:gd name="connsiteY3" fmla="*/ 3653288 h 3653427"/>
              <a:gd name="connsiteX4" fmla="*/ 6077309 w 6867148"/>
              <a:gd name="connsiteY4" fmla="*/ 879897 h 3653427"/>
              <a:gd name="connsiteX5" fmla="*/ 0 w 6867148"/>
              <a:gd name="connsiteY5" fmla="*/ 3648366 h 3653427"/>
              <a:gd name="connsiteX6" fmla="*/ 0 w 6867148"/>
              <a:gd name="connsiteY6" fmla="*/ 0 h 3653427"/>
              <a:gd name="connsiteX0" fmla="*/ 0 w 6867148"/>
              <a:gd name="connsiteY0" fmla="*/ 0 h 3653427"/>
              <a:gd name="connsiteX1" fmla="*/ 6867148 w 6867148"/>
              <a:gd name="connsiteY1" fmla="*/ 0 h 3653427"/>
              <a:gd name="connsiteX2" fmla="*/ 6867148 w 6867148"/>
              <a:gd name="connsiteY2" fmla="*/ 3648366 h 3653427"/>
              <a:gd name="connsiteX3" fmla="*/ 6064369 w 6867148"/>
              <a:gd name="connsiteY3" fmla="*/ 3653288 h 3653427"/>
              <a:gd name="connsiteX4" fmla="*/ 6077309 w 6867148"/>
              <a:gd name="connsiteY4" fmla="*/ 879897 h 3653427"/>
              <a:gd name="connsiteX5" fmla="*/ 0 w 6867148"/>
              <a:gd name="connsiteY5" fmla="*/ 3648366 h 3653427"/>
              <a:gd name="connsiteX6" fmla="*/ 0 w 6867148"/>
              <a:gd name="connsiteY6" fmla="*/ 0 h 3653427"/>
              <a:gd name="connsiteX0" fmla="*/ 0 w 6867148"/>
              <a:gd name="connsiteY0" fmla="*/ 0 h 3653430"/>
              <a:gd name="connsiteX1" fmla="*/ 6867148 w 6867148"/>
              <a:gd name="connsiteY1" fmla="*/ 0 h 3653430"/>
              <a:gd name="connsiteX2" fmla="*/ 6867148 w 6867148"/>
              <a:gd name="connsiteY2" fmla="*/ 3648366 h 3653430"/>
              <a:gd name="connsiteX3" fmla="*/ 6080244 w 6867148"/>
              <a:gd name="connsiteY3" fmla="*/ 3653291 h 3653430"/>
              <a:gd name="connsiteX4" fmla="*/ 6077309 w 6867148"/>
              <a:gd name="connsiteY4" fmla="*/ 879897 h 3653430"/>
              <a:gd name="connsiteX5" fmla="*/ 0 w 6867148"/>
              <a:gd name="connsiteY5" fmla="*/ 3648366 h 3653430"/>
              <a:gd name="connsiteX6" fmla="*/ 0 w 6867148"/>
              <a:gd name="connsiteY6" fmla="*/ 0 h 3653430"/>
              <a:gd name="connsiteX0" fmla="*/ 0 w 6867148"/>
              <a:gd name="connsiteY0" fmla="*/ 0 h 3653430"/>
              <a:gd name="connsiteX1" fmla="*/ 6867148 w 6867148"/>
              <a:gd name="connsiteY1" fmla="*/ 0 h 3653430"/>
              <a:gd name="connsiteX2" fmla="*/ 6867148 w 6867148"/>
              <a:gd name="connsiteY2" fmla="*/ 3648366 h 3653430"/>
              <a:gd name="connsiteX3" fmla="*/ 6080244 w 6867148"/>
              <a:gd name="connsiteY3" fmla="*/ 3653291 h 3653430"/>
              <a:gd name="connsiteX4" fmla="*/ 6077309 w 6867148"/>
              <a:gd name="connsiteY4" fmla="*/ 879897 h 3653430"/>
              <a:gd name="connsiteX5" fmla="*/ 1590675 w 6867148"/>
              <a:gd name="connsiteY5" fmla="*/ 3648077 h 3653430"/>
              <a:gd name="connsiteX6" fmla="*/ 0 w 6867148"/>
              <a:gd name="connsiteY6" fmla="*/ 3648366 h 3653430"/>
              <a:gd name="connsiteX7" fmla="*/ 0 w 6867148"/>
              <a:gd name="connsiteY7" fmla="*/ 0 h 3653430"/>
              <a:gd name="connsiteX0" fmla="*/ 0 w 6867148"/>
              <a:gd name="connsiteY0" fmla="*/ 0 h 3653430"/>
              <a:gd name="connsiteX1" fmla="*/ 6867148 w 6867148"/>
              <a:gd name="connsiteY1" fmla="*/ 0 h 3653430"/>
              <a:gd name="connsiteX2" fmla="*/ 6867148 w 6867148"/>
              <a:gd name="connsiteY2" fmla="*/ 3648366 h 3653430"/>
              <a:gd name="connsiteX3" fmla="*/ 6080244 w 6867148"/>
              <a:gd name="connsiteY3" fmla="*/ 3653291 h 3653430"/>
              <a:gd name="connsiteX4" fmla="*/ 6077309 w 6867148"/>
              <a:gd name="connsiteY4" fmla="*/ 879897 h 3653430"/>
              <a:gd name="connsiteX5" fmla="*/ 1593850 w 6867148"/>
              <a:gd name="connsiteY5" fmla="*/ 876302 h 3653430"/>
              <a:gd name="connsiteX6" fmla="*/ 1590675 w 6867148"/>
              <a:gd name="connsiteY6" fmla="*/ 3648077 h 3653430"/>
              <a:gd name="connsiteX7" fmla="*/ 0 w 6867148"/>
              <a:gd name="connsiteY7" fmla="*/ 3648366 h 3653430"/>
              <a:gd name="connsiteX8" fmla="*/ 0 w 6867148"/>
              <a:gd name="connsiteY8" fmla="*/ 0 h 3653430"/>
              <a:gd name="connsiteX0" fmla="*/ 0 w 6867148"/>
              <a:gd name="connsiteY0" fmla="*/ 0 h 3653430"/>
              <a:gd name="connsiteX1" fmla="*/ 6867148 w 6867148"/>
              <a:gd name="connsiteY1" fmla="*/ 0 h 3653430"/>
              <a:gd name="connsiteX2" fmla="*/ 6867148 w 6867148"/>
              <a:gd name="connsiteY2" fmla="*/ 3648366 h 3653430"/>
              <a:gd name="connsiteX3" fmla="*/ 6080244 w 6867148"/>
              <a:gd name="connsiteY3" fmla="*/ 3653291 h 3653430"/>
              <a:gd name="connsiteX4" fmla="*/ 6077309 w 6867148"/>
              <a:gd name="connsiteY4" fmla="*/ 879897 h 3653430"/>
              <a:gd name="connsiteX5" fmla="*/ 1593850 w 6867148"/>
              <a:gd name="connsiteY5" fmla="*/ 876302 h 3653430"/>
              <a:gd name="connsiteX6" fmla="*/ 1590675 w 6867148"/>
              <a:gd name="connsiteY6" fmla="*/ 3648077 h 3653430"/>
              <a:gd name="connsiteX7" fmla="*/ 0 w 6867148"/>
              <a:gd name="connsiteY7" fmla="*/ 3648366 h 3653430"/>
              <a:gd name="connsiteX8" fmla="*/ 0 w 6867148"/>
              <a:gd name="connsiteY8" fmla="*/ 0 h 3653430"/>
              <a:gd name="connsiteX0" fmla="*/ 0 w 6867148"/>
              <a:gd name="connsiteY0" fmla="*/ 0 h 3653430"/>
              <a:gd name="connsiteX1" fmla="*/ 6867148 w 6867148"/>
              <a:gd name="connsiteY1" fmla="*/ 0 h 3653430"/>
              <a:gd name="connsiteX2" fmla="*/ 6867148 w 6867148"/>
              <a:gd name="connsiteY2" fmla="*/ 3648366 h 3653430"/>
              <a:gd name="connsiteX3" fmla="*/ 6080244 w 6867148"/>
              <a:gd name="connsiteY3" fmla="*/ 3653291 h 3653430"/>
              <a:gd name="connsiteX4" fmla="*/ 6077309 w 6867148"/>
              <a:gd name="connsiteY4" fmla="*/ 879897 h 3653430"/>
              <a:gd name="connsiteX5" fmla="*/ 1593850 w 6867148"/>
              <a:gd name="connsiteY5" fmla="*/ 876302 h 3653430"/>
              <a:gd name="connsiteX6" fmla="*/ 1590675 w 6867148"/>
              <a:gd name="connsiteY6" fmla="*/ 3648077 h 3653430"/>
              <a:gd name="connsiteX7" fmla="*/ 0 w 6867148"/>
              <a:gd name="connsiteY7" fmla="*/ 3648366 h 3653430"/>
              <a:gd name="connsiteX8" fmla="*/ 0 w 6867148"/>
              <a:gd name="connsiteY8" fmla="*/ 0 h 3653430"/>
              <a:gd name="connsiteX0" fmla="*/ 0 w 6867148"/>
              <a:gd name="connsiteY0" fmla="*/ 0 h 3653430"/>
              <a:gd name="connsiteX1" fmla="*/ 6867148 w 6867148"/>
              <a:gd name="connsiteY1" fmla="*/ 0 h 3653430"/>
              <a:gd name="connsiteX2" fmla="*/ 6867148 w 6867148"/>
              <a:gd name="connsiteY2" fmla="*/ 3648366 h 3653430"/>
              <a:gd name="connsiteX3" fmla="*/ 6080244 w 6867148"/>
              <a:gd name="connsiteY3" fmla="*/ 3653291 h 3653430"/>
              <a:gd name="connsiteX4" fmla="*/ 6077309 w 6867148"/>
              <a:gd name="connsiteY4" fmla="*/ 879897 h 3653430"/>
              <a:gd name="connsiteX5" fmla="*/ 1593850 w 6867148"/>
              <a:gd name="connsiteY5" fmla="*/ 876302 h 3653430"/>
              <a:gd name="connsiteX6" fmla="*/ 1590675 w 6867148"/>
              <a:gd name="connsiteY6" fmla="*/ 3648077 h 3653430"/>
              <a:gd name="connsiteX7" fmla="*/ 0 w 6867148"/>
              <a:gd name="connsiteY7" fmla="*/ 3648366 h 3653430"/>
              <a:gd name="connsiteX8" fmla="*/ 0 w 6867148"/>
              <a:gd name="connsiteY8" fmla="*/ 0 h 3653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67148" h="3653430">
                <a:moveTo>
                  <a:pt x="0" y="0"/>
                </a:moveTo>
                <a:lnTo>
                  <a:pt x="6867148" y="0"/>
                </a:lnTo>
                <a:lnTo>
                  <a:pt x="6867148" y="3648366"/>
                </a:lnTo>
                <a:cubicBezTo>
                  <a:pt x="6812340" y="3647131"/>
                  <a:pt x="6135052" y="3654526"/>
                  <a:pt x="6080244" y="3653291"/>
                </a:cubicBezTo>
                <a:cubicBezTo>
                  <a:pt x="6079345" y="3405645"/>
                  <a:pt x="6078208" y="1362496"/>
                  <a:pt x="6077309" y="879897"/>
                </a:cubicBezTo>
                <a:cubicBezTo>
                  <a:pt x="5344393" y="871620"/>
                  <a:pt x="1805047" y="878489"/>
                  <a:pt x="1593850" y="876302"/>
                </a:cubicBezTo>
                <a:cubicBezTo>
                  <a:pt x="1592203" y="1601190"/>
                  <a:pt x="1588558" y="3329471"/>
                  <a:pt x="1590675" y="3648077"/>
                </a:cubicBezTo>
                <a:lnTo>
                  <a:pt x="0" y="364836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6215BE16-B6CA-5EDF-59A3-509790D70AF0}"/>
              </a:ext>
            </a:extLst>
          </p:cNvPr>
          <p:cNvGrpSpPr/>
          <p:nvPr userDrawn="1"/>
        </p:nvGrpSpPr>
        <p:grpSpPr>
          <a:xfrm>
            <a:off x="874713" y="5984875"/>
            <a:ext cx="327105" cy="327105"/>
            <a:chOff x="711200" y="5921295"/>
            <a:chExt cx="327105" cy="327105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80F8FE8D-E10C-03FE-CBA8-BACB1ECCA54A}"/>
                </a:ext>
              </a:extLst>
            </p:cNvPr>
            <p:cNvSpPr/>
            <p:nvPr userDrawn="1"/>
          </p:nvSpPr>
          <p:spPr>
            <a:xfrm>
              <a:off x="7112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9" name="Freeform 36">
              <a:extLst>
                <a:ext uri="{FF2B5EF4-FFF2-40B4-BE49-F238E27FC236}">
                  <a16:creationId xmlns:a16="http://schemas.microsoft.com/office/drawing/2014/main" id="{FFF66E68-A34A-3863-52DE-2694874B43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98021" y="6008037"/>
              <a:ext cx="153462" cy="153621"/>
            </a:xfrm>
            <a:custGeom>
              <a:avLst/>
              <a:gdLst>
                <a:gd name="T0" fmla="*/ 0 w 819"/>
                <a:gd name="T1" fmla="*/ 819 h 820"/>
                <a:gd name="T2" fmla="*/ 153 w 819"/>
                <a:gd name="T3" fmla="*/ 819 h 820"/>
                <a:gd name="T4" fmla="*/ 153 w 819"/>
                <a:gd name="T5" fmla="*/ 205 h 820"/>
                <a:gd name="T6" fmla="*/ 0 w 819"/>
                <a:gd name="T7" fmla="*/ 205 h 820"/>
                <a:gd name="T8" fmla="*/ 0 w 819"/>
                <a:gd name="T9" fmla="*/ 819 h 820"/>
                <a:gd name="T10" fmla="*/ 614 w 819"/>
                <a:gd name="T11" fmla="*/ 205 h 820"/>
                <a:gd name="T12" fmla="*/ 410 w 819"/>
                <a:gd name="T13" fmla="*/ 307 h 820"/>
                <a:gd name="T14" fmla="*/ 410 w 819"/>
                <a:gd name="T15" fmla="*/ 205 h 820"/>
                <a:gd name="T16" fmla="*/ 256 w 819"/>
                <a:gd name="T17" fmla="*/ 205 h 820"/>
                <a:gd name="T18" fmla="*/ 256 w 819"/>
                <a:gd name="T19" fmla="*/ 819 h 820"/>
                <a:gd name="T20" fmla="*/ 410 w 819"/>
                <a:gd name="T21" fmla="*/ 819 h 820"/>
                <a:gd name="T22" fmla="*/ 410 w 819"/>
                <a:gd name="T23" fmla="*/ 461 h 820"/>
                <a:gd name="T24" fmla="*/ 563 w 819"/>
                <a:gd name="T25" fmla="*/ 359 h 820"/>
                <a:gd name="T26" fmla="*/ 666 w 819"/>
                <a:gd name="T27" fmla="*/ 461 h 820"/>
                <a:gd name="T28" fmla="*/ 666 w 819"/>
                <a:gd name="T29" fmla="*/ 819 h 820"/>
                <a:gd name="T30" fmla="*/ 819 w 819"/>
                <a:gd name="T31" fmla="*/ 820 h 820"/>
                <a:gd name="T32" fmla="*/ 819 w 819"/>
                <a:gd name="T33" fmla="*/ 395 h 820"/>
                <a:gd name="T34" fmla="*/ 614 w 819"/>
                <a:gd name="T35" fmla="*/ 205 h 820"/>
                <a:gd name="T36" fmla="*/ 77 w 819"/>
                <a:gd name="T37" fmla="*/ 0 h 820"/>
                <a:gd name="T38" fmla="*/ 0 w 819"/>
                <a:gd name="T39" fmla="*/ 77 h 820"/>
                <a:gd name="T40" fmla="*/ 77 w 819"/>
                <a:gd name="T41" fmla="*/ 154 h 820"/>
                <a:gd name="T42" fmla="*/ 153 w 819"/>
                <a:gd name="T43" fmla="*/ 77 h 820"/>
                <a:gd name="T44" fmla="*/ 77 w 819"/>
                <a:gd name="T45" fmla="*/ 0 h 820"/>
                <a:gd name="T46" fmla="*/ 77 w 819"/>
                <a:gd name="T47" fmla="*/ 0 h 820"/>
                <a:gd name="T48" fmla="*/ 77 w 819"/>
                <a:gd name="T49" fmla="*/ 0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19" h="820">
                  <a:moveTo>
                    <a:pt x="0" y="819"/>
                  </a:moveTo>
                  <a:cubicBezTo>
                    <a:pt x="153" y="819"/>
                    <a:pt x="153" y="819"/>
                    <a:pt x="153" y="819"/>
                  </a:cubicBezTo>
                  <a:cubicBezTo>
                    <a:pt x="153" y="205"/>
                    <a:pt x="153" y="205"/>
                    <a:pt x="153" y="205"/>
                  </a:cubicBezTo>
                  <a:cubicBezTo>
                    <a:pt x="0" y="205"/>
                    <a:pt x="0" y="205"/>
                    <a:pt x="0" y="205"/>
                  </a:cubicBezTo>
                  <a:lnTo>
                    <a:pt x="0" y="819"/>
                  </a:lnTo>
                  <a:close/>
                  <a:moveTo>
                    <a:pt x="614" y="205"/>
                  </a:moveTo>
                  <a:cubicBezTo>
                    <a:pt x="483" y="207"/>
                    <a:pt x="418" y="303"/>
                    <a:pt x="410" y="307"/>
                  </a:cubicBezTo>
                  <a:cubicBezTo>
                    <a:pt x="410" y="205"/>
                    <a:pt x="410" y="205"/>
                    <a:pt x="410" y="205"/>
                  </a:cubicBezTo>
                  <a:cubicBezTo>
                    <a:pt x="256" y="205"/>
                    <a:pt x="256" y="205"/>
                    <a:pt x="256" y="205"/>
                  </a:cubicBezTo>
                  <a:cubicBezTo>
                    <a:pt x="256" y="819"/>
                    <a:pt x="256" y="819"/>
                    <a:pt x="256" y="819"/>
                  </a:cubicBezTo>
                  <a:cubicBezTo>
                    <a:pt x="410" y="819"/>
                    <a:pt x="410" y="819"/>
                    <a:pt x="410" y="819"/>
                  </a:cubicBezTo>
                  <a:cubicBezTo>
                    <a:pt x="410" y="461"/>
                    <a:pt x="410" y="461"/>
                    <a:pt x="410" y="461"/>
                  </a:cubicBezTo>
                  <a:cubicBezTo>
                    <a:pt x="410" y="448"/>
                    <a:pt x="442" y="343"/>
                    <a:pt x="563" y="359"/>
                  </a:cubicBezTo>
                  <a:cubicBezTo>
                    <a:pt x="628" y="363"/>
                    <a:pt x="663" y="449"/>
                    <a:pt x="666" y="461"/>
                  </a:cubicBezTo>
                  <a:cubicBezTo>
                    <a:pt x="666" y="819"/>
                    <a:pt x="666" y="819"/>
                    <a:pt x="666" y="819"/>
                  </a:cubicBezTo>
                  <a:cubicBezTo>
                    <a:pt x="819" y="820"/>
                    <a:pt x="819" y="820"/>
                    <a:pt x="819" y="820"/>
                  </a:cubicBezTo>
                  <a:cubicBezTo>
                    <a:pt x="819" y="395"/>
                    <a:pt x="819" y="395"/>
                    <a:pt x="819" y="395"/>
                  </a:cubicBezTo>
                  <a:cubicBezTo>
                    <a:pt x="813" y="333"/>
                    <a:pt x="782" y="207"/>
                    <a:pt x="614" y="205"/>
                  </a:cubicBezTo>
                  <a:close/>
                  <a:moveTo>
                    <a:pt x="77" y="0"/>
                  </a:moveTo>
                  <a:cubicBezTo>
                    <a:pt x="34" y="0"/>
                    <a:pt x="0" y="35"/>
                    <a:pt x="0" y="77"/>
                  </a:cubicBezTo>
                  <a:cubicBezTo>
                    <a:pt x="0" y="119"/>
                    <a:pt x="34" y="154"/>
                    <a:pt x="77" y="154"/>
                  </a:cubicBezTo>
                  <a:cubicBezTo>
                    <a:pt x="119" y="154"/>
                    <a:pt x="153" y="119"/>
                    <a:pt x="153" y="77"/>
                  </a:cubicBezTo>
                  <a:cubicBezTo>
                    <a:pt x="153" y="35"/>
                    <a:pt x="119" y="0"/>
                    <a:pt x="77" y="0"/>
                  </a:cubicBezTo>
                  <a:close/>
                  <a:moveTo>
                    <a:pt x="77" y="0"/>
                  </a:moveTo>
                  <a:cubicBezTo>
                    <a:pt x="77" y="0"/>
                    <a:pt x="77" y="0"/>
                    <a:pt x="7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effectLst>
                  <a:innerShdw blurRad="114300">
                    <a:prstClr val="black"/>
                  </a:innerShdw>
                </a:effectLst>
                <a:latin typeface="Tahoma" panose="020B0604030504040204" pitchFamily="34" charset="0"/>
              </a:endParaRP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E4FCA98C-F466-116F-D53A-4FCA8C5196AC}"/>
              </a:ext>
            </a:extLst>
          </p:cNvPr>
          <p:cNvGrpSpPr/>
          <p:nvPr userDrawn="1"/>
        </p:nvGrpSpPr>
        <p:grpSpPr>
          <a:xfrm>
            <a:off x="1415040" y="5984875"/>
            <a:ext cx="327105" cy="327105"/>
            <a:chOff x="1168400" y="5921295"/>
            <a:chExt cx="327105" cy="327105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539E4474-48F8-B3B8-FEEC-81368D91BC77}"/>
                </a:ext>
              </a:extLst>
            </p:cNvPr>
            <p:cNvSpPr/>
            <p:nvPr userDrawn="1"/>
          </p:nvSpPr>
          <p:spPr>
            <a:xfrm>
              <a:off x="11684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8796EAE4-522B-CDAD-AE70-8AE67A89FC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94312" y="6004509"/>
              <a:ext cx="75280" cy="160676"/>
            </a:xfrm>
            <a:custGeom>
              <a:avLst/>
              <a:gdLst>
                <a:gd name="T0" fmla="*/ 512 w 766"/>
                <a:gd name="T1" fmla="*/ 1638 h 1638"/>
                <a:gd name="T2" fmla="*/ 205 w 766"/>
                <a:gd name="T3" fmla="*/ 1638 h 1638"/>
                <a:gd name="T4" fmla="*/ 205 w 766"/>
                <a:gd name="T5" fmla="*/ 819 h 1638"/>
                <a:gd name="T6" fmla="*/ 0 w 766"/>
                <a:gd name="T7" fmla="*/ 819 h 1638"/>
                <a:gd name="T8" fmla="*/ 0 w 766"/>
                <a:gd name="T9" fmla="*/ 537 h 1638"/>
                <a:gd name="T10" fmla="*/ 205 w 766"/>
                <a:gd name="T11" fmla="*/ 537 h 1638"/>
                <a:gd name="T12" fmla="*/ 204 w 766"/>
                <a:gd name="T13" fmla="*/ 370 h 1638"/>
                <a:gd name="T14" fmla="*/ 538 w 766"/>
                <a:gd name="T15" fmla="*/ 0 h 1638"/>
                <a:gd name="T16" fmla="*/ 764 w 766"/>
                <a:gd name="T17" fmla="*/ 0 h 1638"/>
                <a:gd name="T18" fmla="*/ 764 w 766"/>
                <a:gd name="T19" fmla="*/ 282 h 1638"/>
                <a:gd name="T20" fmla="*/ 623 w 766"/>
                <a:gd name="T21" fmla="*/ 282 h 1638"/>
                <a:gd name="T22" fmla="*/ 512 w 766"/>
                <a:gd name="T23" fmla="*/ 395 h 1638"/>
                <a:gd name="T24" fmla="*/ 512 w 766"/>
                <a:gd name="T25" fmla="*/ 537 h 1638"/>
                <a:gd name="T26" fmla="*/ 766 w 766"/>
                <a:gd name="T27" fmla="*/ 537 h 1638"/>
                <a:gd name="T28" fmla="*/ 736 w 766"/>
                <a:gd name="T29" fmla="*/ 819 h 1638"/>
                <a:gd name="T30" fmla="*/ 512 w 766"/>
                <a:gd name="T31" fmla="*/ 819 h 1638"/>
                <a:gd name="T32" fmla="*/ 512 w 766"/>
                <a:gd name="T33" fmla="*/ 1638 h 1638"/>
                <a:gd name="T34" fmla="*/ 512 w 766"/>
                <a:gd name="T35" fmla="*/ 1638 h 1638"/>
                <a:gd name="T36" fmla="*/ 512 w 766"/>
                <a:gd name="T37" fmla="*/ 1638 h 1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6" h="1638">
                  <a:moveTo>
                    <a:pt x="512" y="1638"/>
                  </a:moveTo>
                  <a:cubicBezTo>
                    <a:pt x="205" y="1638"/>
                    <a:pt x="205" y="1638"/>
                    <a:pt x="205" y="1638"/>
                  </a:cubicBezTo>
                  <a:cubicBezTo>
                    <a:pt x="205" y="819"/>
                    <a:pt x="205" y="819"/>
                    <a:pt x="205" y="819"/>
                  </a:cubicBezTo>
                  <a:cubicBezTo>
                    <a:pt x="0" y="819"/>
                    <a:pt x="0" y="819"/>
                    <a:pt x="0" y="819"/>
                  </a:cubicBezTo>
                  <a:cubicBezTo>
                    <a:pt x="0" y="537"/>
                    <a:pt x="0" y="537"/>
                    <a:pt x="0" y="537"/>
                  </a:cubicBezTo>
                  <a:cubicBezTo>
                    <a:pt x="205" y="537"/>
                    <a:pt x="205" y="537"/>
                    <a:pt x="205" y="537"/>
                  </a:cubicBezTo>
                  <a:cubicBezTo>
                    <a:pt x="204" y="370"/>
                    <a:pt x="204" y="370"/>
                    <a:pt x="204" y="370"/>
                  </a:cubicBezTo>
                  <a:cubicBezTo>
                    <a:pt x="204" y="140"/>
                    <a:pt x="267" y="0"/>
                    <a:pt x="538" y="0"/>
                  </a:cubicBezTo>
                  <a:cubicBezTo>
                    <a:pt x="764" y="0"/>
                    <a:pt x="764" y="0"/>
                    <a:pt x="764" y="0"/>
                  </a:cubicBezTo>
                  <a:cubicBezTo>
                    <a:pt x="764" y="282"/>
                    <a:pt x="764" y="282"/>
                    <a:pt x="764" y="282"/>
                  </a:cubicBezTo>
                  <a:cubicBezTo>
                    <a:pt x="623" y="282"/>
                    <a:pt x="623" y="282"/>
                    <a:pt x="623" y="282"/>
                  </a:cubicBezTo>
                  <a:cubicBezTo>
                    <a:pt x="517" y="282"/>
                    <a:pt x="512" y="322"/>
                    <a:pt x="512" y="395"/>
                  </a:cubicBezTo>
                  <a:cubicBezTo>
                    <a:pt x="512" y="537"/>
                    <a:pt x="512" y="537"/>
                    <a:pt x="512" y="537"/>
                  </a:cubicBezTo>
                  <a:cubicBezTo>
                    <a:pt x="766" y="537"/>
                    <a:pt x="766" y="537"/>
                    <a:pt x="766" y="537"/>
                  </a:cubicBezTo>
                  <a:cubicBezTo>
                    <a:pt x="736" y="819"/>
                    <a:pt x="736" y="819"/>
                    <a:pt x="736" y="819"/>
                  </a:cubicBezTo>
                  <a:cubicBezTo>
                    <a:pt x="512" y="819"/>
                    <a:pt x="512" y="819"/>
                    <a:pt x="512" y="819"/>
                  </a:cubicBezTo>
                  <a:lnTo>
                    <a:pt x="512" y="1638"/>
                  </a:lnTo>
                  <a:close/>
                  <a:moveTo>
                    <a:pt x="512" y="1638"/>
                  </a:moveTo>
                  <a:cubicBezTo>
                    <a:pt x="512" y="1638"/>
                    <a:pt x="512" y="1638"/>
                    <a:pt x="512" y="163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latin typeface="Tahoma" panose="020B0604030504040204" pitchFamily="34" charset="0"/>
              </a:endParaRP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DB449C61-8BB1-27E2-9286-1E7E833094DF}"/>
              </a:ext>
            </a:extLst>
          </p:cNvPr>
          <p:cNvGrpSpPr/>
          <p:nvPr userDrawn="1"/>
        </p:nvGrpSpPr>
        <p:grpSpPr>
          <a:xfrm>
            <a:off x="1955367" y="5984875"/>
            <a:ext cx="327105" cy="327105"/>
            <a:chOff x="1625600" y="5921295"/>
            <a:chExt cx="327105" cy="327105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B5184A06-0B16-95C2-5DB6-BADDFF4D7CE4}"/>
                </a:ext>
              </a:extLst>
            </p:cNvPr>
            <p:cNvSpPr/>
            <p:nvPr userDrawn="1"/>
          </p:nvSpPr>
          <p:spPr>
            <a:xfrm>
              <a:off x="16256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A3907039-82FB-6F99-DB9A-209ADBCE09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4575" y="6014806"/>
              <a:ext cx="169155" cy="140083"/>
            </a:xfrm>
            <a:custGeom>
              <a:avLst/>
              <a:gdLst>
                <a:gd name="T0" fmla="*/ 51 w 51"/>
                <a:gd name="T1" fmla="*/ 5 h 42"/>
                <a:gd name="T2" fmla="*/ 45 w 51"/>
                <a:gd name="T3" fmla="*/ 7 h 42"/>
                <a:gd name="T4" fmla="*/ 50 w 51"/>
                <a:gd name="T5" fmla="*/ 1 h 42"/>
                <a:gd name="T6" fmla="*/ 43 w 51"/>
                <a:gd name="T7" fmla="*/ 3 h 42"/>
                <a:gd name="T8" fmla="*/ 35 w 51"/>
                <a:gd name="T9" fmla="*/ 0 h 42"/>
                <a:gd name="T10" fmla="*/ 25 w 51"/>
                <a:gd name="T11" fmla="*/ 10 h 42"/>
                <a:gd name="T12" fmla="*/ 25 w 51"/>
                <a:gd name="T13" fmla="*/ 13 h 42"/>
                <a:gd name="T14" fmla="*/ 4 w 51"/>
                <a:gd name="T15" fmla="*/ 2 h 42"/>
                <a:gd name="T16" fmla="*/ 2 w 51"/>
                <a:gd name="T17" fmla="*/ 7 h 42"/>
                <a:gd name="T18" fmla="*/ 7 w 51"/>
                <a:gd name="T19" fmla="*/ 16 h 42"/>
                <a:gd name="T20" fmla="*/ 2 w 51"/>
                <a:gd name="T21" fmla="*/ 15 h 42"/>
                <a:gd name="T22" fmla="*/ 2 w 51"/>
                <a:gd name="T23" fmla="*/ 15 h 42"/>
                <a:gd name="T24" fmla="*/ 10 w 51"/>
                <a:gd name="T25" fmla="*/ 25 h 42"/>
                <a:gd name="T26" fmla="*/ 8 w 51"/>
                <a:gd name="T27" fmla="*/ 25 h 42"/>
                <a:gd name="T28" fmla="*/ 6 w 51"/>
                <a:gd name="T29" fmla="*/ 25 h 42"/>
                <a:gd name="T30" fmla="*/ 16 w 51"/>
                <a:gd name="T31" fmla="*/ 33 h 42"/>
                <a:gd name="T32" fmla="*/ 2 w 51"/>
                <a:gd name="T33" fmla="*/ 37 h 42"/>
                <a:gd name="T34" fmla="*/ 0 w 51"/>
                <a:gd name="T35" fmla="*/ 37 h 42"/>
                <a:gd name="T36" fmla="*/ 16 w 51"/>
                <a:gd name="T37" fmla="*/ 42 h 42"/>
                <a:gd name="T38" fmla="*/ 46 w 51"/>
                <a:gd name="T39" fmla="*/ 12 h 42"/>
                <a:gd name="T40" fmla="*/ 46 w 51"/>
                <a:gd name="T41" fmla="*/ 10 h 42"/>
                <a:gd name="T42" fmla="*/ 51 w 51"/>
                <a:gd name="T43" fmla="*/ 5 h 42"/>
                <a:gd name="T44" fmla="*/ 51 w 51"/>
                <a:gd name="T45" fmla="*/ 5 h 42"/>
                <a:gd name="T46" fmla="*/ 51 w 51"/>
                <a:gd name="T47" fmla="*/ 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1" h="42">
                  <a:moveTo>
                    <a:pt x="51" y="5"/>
                  </a:moveTo>
                  <a:cubicBezTo>
                    <a:pt x="49" y="6"/>
                    <a:pt x="47" y="6"/>
                    <a:pt x="45" y="7"/>
                  </a:cubicBezTo>
                  <a:cubicBezTo>
                    <a:pt x="47" y="5"/>
                    <a:pt x="49" y="3"/>
                    <a:pt x="50" y="1"/>
                  </a:cubicBezTo>
                  <a:cubicBezTo>
                    <a:pt x="48" y="2"/>
                    <a:pt x="46" y="3"/>
                    <a:pt x="43" y="3"/>
                  </a:cubicBezTo>
                  <a:cubicBezTo>
                    <a:pt x="41" y="1"/>
                    <a:pt x="38" y="0"/>
                    <a:pt x="35" y="0"/>
                  </a:cubicBezTo>
                  <a:cubicBezTo>
                    <a:pt x="30" y="0"/>
                    <a:pt x="25" y="5"/>
                    <a:pt x="25" y="10"/>
                  </a:cubicBezTo>
                  <a:cubicBezTo>
                    <a:pt x="25" y="11"/>
                    <a:pt x="25" y="12"/>
                    <a:pt x="25" y="13"/>
                  </a:cubicBezTo>
                  <a:cubicBezTo>
                    <a:pt x="16" y="12"/>
                    <a:pt x="9" y="8"/>
                    <a:pt x="4" y="2"/>
                  </a:cubicBezTo>
                  <a:cubicBezTo>
                    <a:pt x="3" y="3"/>
                    <a:pt x="2" y="5"/>
                    <a:pt x="2" y="7"/>
                  </a:cubicBezTo>
                  <a:cubicBezTo>
                    <a:pt x="2" y="11"/>
                    <a:pt x="4" y="14"/>
                    <a:pt x="7" y="16"/>
                  </a:cubicBezTo>
                  <a:cubicBezTo>
                    <a:pt x="5" y="16"/>
                    <a:pt x="3" y="15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20"/>
                    <a:pt x="6" y="24"/>
                    <a:pt x="10" y="25"/>
                  </a:cubicBezTo>
                  <a:cubicBezTo>
                    <a:pt x="10" y="25"/>
                    <a:pt x="9" y="25"/>
                    <a:pt x="8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7" y="29"/>
                    <a:pt x="11" y="32"/>
                    <a:pt x="16" y="33"/>
                  </a:cubicBezTo>
                  <a:cubicBezTo>
                    <a:pt x="12" y="35"/>
                    <a:pt x="7" y="37"/>
                    <a:pt x="2" y="37"/>
                  </a:cubicBezTo>
                  <a:cubicBezTo>
                    <a:pt x="2" y="37"/>
                    <a:pt x="1" y="37"/>
                    <a:pt x="0" y="37"/>
                  </a:cubicBezTo>
                  <a:cubicBezTo>
                    <a:pt x="5" y="40"/>
                    <a:pt x="10" y="42"/>
                    <a:pt x="16" y="42"/>
                  </a:cubicBezTo>
                  <a:cubicBezTo>
                    <a:pt x="35" y="42"/>
                    <a:pt x="46" y="26"/>
                    <a:pt x="46" y="1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8" y="9"/>
                    <a:pt x="50" y="7"/>
                    <a:pt x="51" y="5"/>
                  </a:cubicBezTo>
                  <a:close/>
                  <a:moveTo>
                    <a:pt x="51" y="5"/>
                  </a:moveTo>
                  <a:cubicBezTo>
                    <a:pt x="51" y="5"/>
                    <a:pt x="51" y="5"/>
                    <a:pt x="51" y="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latin typeface="Tahoma" panose="020B0604030504040204" pitchFamily="34" charset="0"/>
              </a:endParaRPr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2253C6D6-76A1-C215-A6B9-79D55B78D6AB}"/>
              </a:ext>
            </a:extLst>
          </p:cNvPr>
          <p:cNvGrpSpPr/>
          <p:nvPr userDrawn="1"/>
        </p:nvGrpSpPr>
        <p:grpSpPr>
          <a:xfrm>
            <a:off x="2495694" y="5984875"/>
            <a:ext cx="327105" cy="327105"/>
            <a:chOff x="2082800" y="5921295"/>
            <a:chExt cx="327105" cy="327105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D16943C3-9975-F559-45D4-6B16B88D9046}"/>
                </a:ext>
              </a:extLst>
            </p:cNvPr>
            <p:cNvSpPr/>
            <p:nvPr userDrawn="1"/>
          </p:nvSpPr>
          <p:spPr>
            <a:xfrm>
              <a:off x="20828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25" name="Graphique 24">
              <a:extLst>
                <a:ext uri="{FF2B5EF4-FFF2-40B4-BE49-F238E27FC236}">
                  <a16:creationId xmlns:a16="http://schemas.microsoft.com/office/drawing/2014/main" id="{44D665D2-1CC0-07F7-305D-95942F79AA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67126" y="5991354"/>
              <a:ext cx="158452" cy="186987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9626A54-1696-340C-D671-959774AA6E7A}"/>
              </a:ext>
            </a:extLst>
          </p:cNvPr>
          <p:cNvSpPr/>
          <p:nvPr userDrawn="1"/>
        </p:nvSpPr>
        <p:spPr>
          <a:xfrm>
            <a:off x="874713" y="771839"/>
            <a:ext cx="6849694" cy="449389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81EEA301-E3F9-1804-C636-751FFED6D4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763" y="1545084"/>
            <a:ext cx="10056523" cy="470898"/>
          </a:xfrm>
          <a:effectLst>
            <a:outerShdw blurRad="88900" dist="635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bg2"/>
                </a:solidFill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17" name="Espace réservé du texte 4">
            <a:extLst>
              <a:ext uri="{FF2B5EF4-FFF2-40B4-BE49-F238E27FC236}">
                <a16:creationId xmlns:a16="http://schemas.microsoft.com/office/drawing/2014/main" id="{25BC6D38-D7BB-7DBA-DE36-BB4AA7525F4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71637" y="3905180"/>
            <a:ext cx="2449010" cy="95314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10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4E5D6A36-32F7-52AF-E108-1F2AF10938C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71636" y="3623470"/>
            <a:ext cx="2449010" cy="1846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Name</a:t>
            </a:r>
          </a:p>
        </p:txBody>
      </p: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3EAAE07F-4000-B82A-24D5-2B35664AD1C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60765" y="3905180"/>
            <a:ext cx="2449010" cy="95314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10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2" name="Espace réservé du texte 4">
            <a:extLst>
              <a:ext uri="{FF2B5EF4-FFF2-40B4-BE49-F238E27FC236}">
                <a16:creationId xmlns:a16="http://schemas.microsoft.com/office/drawing/2014/main" id="{954C8C81-1A28-307A-0623-45EA8596D4D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60764" y="3623470"/>
            <a:ext cx="2449010" cy="1846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Name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4B0D2FDF-00E3-D9A2-F92D-6F28B23BCE6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5817" y="6031190"/>
            <a:ext cx="1784345" cy="227099"/>
          </a:xfrm>
          <a:prstGeom prst="rect">
            <a:avLst/>
          </a:prstGeom>
        </p:spPr>
      </p:pic>
      <p:sp>
        <p:nvSpPr>
          <p:cNvPr id="35" name="Ellipse 4">
            <a:extLst>
              <a:ext uri="{FF2B5EF4-FFF2-40B4-BE49-F238E27FC236}">
                <a16:creationId xmlns:a16="http://schemas.microsoft.com/office/drawing/2014/main" id="{83ADAD4F-961F-B2E9-4539-1FE96845D640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6" name="ZoneTexte 9">
            <a:extLst>
              <a:ext uri="{FF2B5EF4-FFF2-40B4-BE49-F238E27FC236}">
                <a16:creationId xmlns:a16="http://schemas.microsoft.com/office/drawing/2014/main" id="{BF1FC97C-52E2-302F-DFCF-5B0D217D0F48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37" name="Ellipse 12">
            <a:extLst>
              <a:ext uri="{FF2B5EF4-FFF2-40B4-BE49-F238E27FC236}">
                <a16:creationId xmlns:a16="http://schemas.microsoft.com/office/drawing/2014/main" id="{DB565E14-5494-7918-730D-9959335B9C2F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8" name="ZoneTexte 13">
            <a:extLst>
              <a:ext uri="{FF2B5EF4-FFF2-40B4-BE49-F238E27FC236}">
                <a16:creationId xmlns:a16="http://schemas.microsoft.com/office/drawing/2014/main" id="{0E566BE4-AC33-3E79-A58E-85902D63C093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39" name="Ellipse 15">
            <a:extLst>
              <a:ext uri="{FF2B5EF4-FFF2-40B4-BE49-F238E27FC236}">
                <a16:creationId xmlns:a16="http://schemas.microsoft.com/office/drawing/2014/main" id="{378801F4-02C2-3A23-EC0B-DF55EC9BD3D0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40" name="ZoneTexte 16">
            <a:extLst>
              <a:ext uri="{FF2B5EF4-FFF2-40B4-BE49-F238E27FC236}">
                <a16:creationId xmlns:a16="http://schemas.microsoft.com/office/drawing/2014/main" id="{37496866-3EDA-B30D-3D24-CC86D85A89AC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41" name="Ellipse 18">
            <a:extLst>
              <a:ext uri="{FF2B5EF4-FFF2-40B4-BE49-F238E27FC236}">
                <a16:creationId xmlns:a16="http://schemas.microsoft.com/office/drawing/2014/main" id="{19EADC30-1540-FEC2-71EA-0A6745A055F6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42" name="ZoneTexte 19">
            <a:extLst>
              <a:ext uri="{FF2B5EF4-FFF2-40B4-BE49-F238E27FC236}">
                <a16:creationId xmlns:a16="http://schemas.microsoft.com/office/drawing/2014/main" id="{EDEE355F-9071-DD4D-496C-905B26C695BD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43" name="Ellipse 31">
            <a:extLst>
              <a:ext uri="{FF2B5EF4-FFF2-40B4-BE49-F238E27FC236}">
                <a16:creationId xmlns:a16="http://schemas.microsoft.com/office/drawing/2014/main" id="{97E0068B-470F-B879-205A-7D8573BD5A49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44" name="ZoneTexte 32">
            <a:extLst>
              <a:ext uri="{FF2B5EF4-FFF2-40B4-BE49-F238E27FC236}">
                <a16:creationId xmlns:a16="http://schemas.microsoft.com/office/drawing/2014/main" id="{D6172274-E034-F522-28C0-DE1FC1D5F594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45" name="Ellipse 34">
            <a:extLst>
              <a:ext uri="{FF2B5EF4-FFF2-40B4-BE49-F238E27FC236}">
                <a16:creationId xmlns:a16="http://schemas.microsoft.com/office/drawing/2014/main" id="{A6BCA1D8-972F-5739-576F-06152FF8622C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46" name="ZoneTexte 35">
            <a:extLst>
              <a:ext uri="{FF2B5EF4-FFF2-40B4-BE49-F238E27FC236}">
                <a16:creationId xmlns:a16="http://schemas.microsoft.com/office/drawing/2014/main" id="{3EEAA03C-C65F-90D2-BF47-547F51B6652E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893503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98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Espace réservé pour une image  4">
            <a:extLst>
              <a:ext uri="{FF2B5EF4-FFF2-40B4-BE49-F238E27FC236}">
                <a16:creationId xmlns:a16="http://schemas.microsoft.com/office/drawing/2014/main" id="{C5CA3EC2-94B4-39FD-4B8C-667A0F8EC1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1452668" cy="527488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FB4B0A1-66B9-17F7-6E31-18392C69B4D6}"/>
              </a:ext>
            </a:extLst>
          </p:cNvPr>
          <p:cNvSpPr/>
          <p:nvPr userDrawn="1"/>
        </p:nvSpPr>
        <p:spPr>
          <a:xfrm>
            <a:off x="0" y="0"/>
            <a:ext cx="11460162" cy="5265738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9E62FEB4-B794-CE58-F210-4640840A0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4" y="823070"/>
            <a:ext cx="10442574" cy="470898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>
                <a:solidFill>
                  <a:schemeClr val="bg2"/>
                </a:solidFill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25" name="Espace réservé du texte 4">
            <a:extLst>
              <a:ext uri="{FF2B5EF4-FFF2-40B4-BE49-F238E27FC236}">
                <a16:creationId xmlns:a16="http://schemas.microsoft.com/office/drawing/2014/main" id="{E572DA6C-DFE5-3453-BD16-C0B3355F3FB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74709" y="3232727"/>
            <a:ext cx="4122164" cy="1625600"/>
          </a:xfrm>
          <a:prstGeom prst="rect">
            <a:avLst/>
          </a:prstGeom>
        </p:spPr>
        <p:txBody>
          <a:bodyPr anchor="t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sz="10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490468B8-3C22-2228-0658-78ACA107336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4255" y="3514436"/>
            <a:ext cx="2449010" cy="1343891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Tahoma" panose="020B0604030504040204" pitchFamily="34" charset="0"/>
              <a:buNone/>
              <a:defRPr sz="10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45BB9E87-EC77-922A-F2AA-E38883E7682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94254" y="3232727"/>
            <a:ext cx="2449010" cy="184666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  <a:defRPr sz="12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Name</a:t>
            </a:r>
          </a:p>
        </p:txBody>
      </p:sp>
      <p:sp>
        <p:nvSpPr>
          <p:cNvPr id="28" name="Espace réservé du texte 4">
            <a:extLst>
              <a:ext uri="{FF2B5EF4-FFF2-40B4-BE49-F238E27FC236}">
                <a16:creationId xmlns:a16="http://schemas.microsoft.com/office/drawing/2014/main" id="{8FF4FFDA-5635-AEC8-E262-ABEEDBD2EA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83383" y="3514436"/>
            <a:ext cx="2449010" cy="1343891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Tahoma" panose="020B0604030504040204" pitchFamily="34" charset="0"/>
              <a:buNone/>
              <a:defRPr sz="10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65EC38E6-1984-2778-1BE9-23F6EA11A17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83382" y="3232727"/>
            <a:ext cx="2449010" cy="184666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  <a:defRPr sz="12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Name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18336B53-D9E5-B4F9-D021-27A3CA733141}"/>
              </a:ext>
            </a:extLst>
          </p:cNvPr>
          <p:cNvGrpSpPr/>
          <p:nvPr userDrawn="1"/>
        </p:nvGrpSpPr>
        <p:grpSpPr>
          <a:xfrm>
            <a:off x="874713" y="5984875"/>
            <a:ext cx="327105" cy="327105"/>
            <a:chOff x="711200" y="5921295"/>
            <a:chExt cx="327105" cy="327105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3A07E61E-F0AB-971F-9D24-B395FC65AB8D}"/>
                </a:ext>
              </a:extLst>
            </p:cNvPr>
            <p:cNvSpPr/>
            <p:nvPr userDrawn="1"/>
          </p:nvSpPr>
          <p:spPr>
            <a:xfrm>
              <a:off x="7112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9" name="Freeform 36">
              <a:extLst>
                <a:ext uri="{FF2B5EF4-FFF2-40B4-BE49-F238E27FC236}">
                  <a16:creationId xmlns:a16="http://schemas.microsoft.com/office/drawing/2014/main" id="{345B2FF1-01BD-F0D6-476E-5F7C3C848D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98021" y="6008037"/>
              <a:ext cx="153462" cy="153621"/>
            </a:xfrm>
            <a:custGeom>
              <a:avLst/>
              <a:gdLst>
                <a:gd name="T0" fmla="*/ 0 w 819"/>
                <a:gd name="T1" fmla="*/ 819 h 820"/>
                <a:gd name="T2" fmla="*/ 153 w 819"/>
                <a:gd name="T3" fmla="*/ 819 h 820"/>
                <a:gd name="T4" fmla="*/ 153 w 819"/>
                <a:gd name="T5" fmla="*/ 205 h 820"/>
                <a:gd name="T6" fmla="*/ 0 w 819"/>
                <a:gd name="T7" fmla="*/ 205 h 820"/>
                <a:gd name="T8" fmla="*/ 0 w 819"/>
                <a:gd name="T9" fmla="*/ 819 h 820"/>
                <a:gd name="T10" fmla="*/ 614 w 819"/>
                <a:gd name="T11" fmla="*/ 205 h 820"/>
                <a:gd name="T12" fmla="*/ 410 w 819"/>
                <a:gd name="T13" fmla="*/ 307 h 820"/>
                <a:gd name="T14" fmla="*/ 410 w 819"/>
                <a:gd name="T15" fmla="*/ 205 h 820"/>
                <a:gd name="T16" fmla="*/ 256 w 819"/>
                <a:gd name="T17" fmla="*/ 205 h 820"/>
                <a:gd name="T18" fmla="*/ 256 w 819"/>
                <a:gd name="T19" fmla="*/ 819 h 820"/>
                <a:gd name="T20" fmla="*/ 410 w 819"/>
                <a:gd name="T21" fmla="*/ 819 h 820"/>
                <a:gd name="T22" fmla="*/ 410 w 819"/>
                <a:gd name="T23" fmla="*/ 461 h 820"/>
                <a:gd name="T24" fmla="*/ 563 w 819"/>
                <a:gd name="T25" fmla="*/ 359 h 820"/>
                <a:gd name="T26" fmla="*/ 666 w 819"/>
                <a:gd name="T27" fmla="*/ 461 h 820"/>
                <a:gd name="T28" fmla="*/ 666 w 819"/>
                <a:gd name="T29" fmla="*/ 819 h 820"/>
                <a:gd name="T30" fmla="*/ 819 w 819"/>
                <a:gd name="T31" fmla="*/ 820 h 820"/>
                <a:gd name="T32" fmla="*/ 819 w 819"/>
                <a:gd name="T33" fmla="*/ 395 h 820"/>
                <a:gd name="T34" fmla="*/ 614 w 819"/>
                <a:gd name="T35" fmla="*/ 205 h 820"/>
                <a:gd name="T36" fmla="*/ 77 w 819"/>
                <a:gd name="T37" fmla="*/ 0 h 820"/>
                <a:gd name="T38" fmla="*/ 0 w 819"/>
                <a:gd name="T39" fmla="*/ 77 h 820"/>
                <a:gd name="T40" fmla="*/ 77 w 819"/>
                <a:gd name="T41" fmla="*/ 154 h 820"/>
                <a:gd name="T42" fmla="*/ 153 w 819"/>
                <a:gd name="T43" fmla="*/ 77 h 820"/>
                <a:gd name="T44" fmla="*/ 77 w 819"/>
                <a:gd name="T45" fmla="*/ 0 h 820"/>
                <a:gd name="T46" fmla="*/ 77 w 819"/>
                <a:gd name="T47" fmla="*/ 0 h 820"/>
                <a:gd name="T48" fmla="*/ 77 w 819"/>
                <a:gd name="T49" fmla="*/ 0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19" h="820">
                  <a:moveTo>
                    <a:pt x="0" y="819"/>
                  </a:moveTo>
                  <a:cubicBezTo>
                    <a:pt x="153" y="819"/>
                    <a:pt x="153" y="819"/>
                    <a:pt x="153" y="819"/>
                  </a:cubicBezTo>
                  <a:cubicBezTo>
                    <a:pt x="153" y="205"/>
                    <a:pt x="153" y="205"/>
                    <a:pt x="153" y="205"/>
                  </a:cubicBezTo>
                  <a:cubicBezTo>
                    <a:pt x="0" y="205"/>
                    <a:pt x="0" y="205"/>
                    <a:pt x="0" y="205"/>
                  </a:cubicBezTo>
                  <a:lnTo>
                    <a:pt x="0" y="819"/>
                  </a:lnTo>
                  <a:close/>
                  <a:moveTo>
                    <a:pt x="614" y="205"/>
                  </a:moveTo>
                  <a:cubicBezTo>
                    <a:pt x="483" y="207"/>
                    <a:pt x="418" y="303"/>
                    <a:pt x="410" y="307"/>
                  </a:cubicBezTo>
                  <a:cubicBezTo>
                    <a:pt x="410" y="205"/>
                    <a:pt x="410" y="205"/>
                    <a:pt x="410" y="205"/>
                  </a:cubicBezTo>
                  <a:cubicBezTo>
                    <a:pt x="256" y="205"/>
                    <a:pt x="256" y="205"/>
                    <a:pt x="256" y="205"/>
                  </a:cubicBezTo>
                  <a:cubicBezTo>
                    <a:pt x="256" y="819"/>
                    <a:pt x="256" y="819"/>
                    <a:pt x="256" y="819"/>
                  </a:cubicBezTo>
                  <a:cubicBezTo>
                    <a:pt x="410" y="819"/>
                    <a:pt x="410" y="819"/>
                    <a:pt x="410" y="819"/>
                  </a:cubicBezTo>
                  <a:cubicBezTo>
                    <a:pt x="410" y="461"/>
                    <a:pt x="410" y="461"/>
                    <a:pt x="410" y="461"/>
                  </a:cubicBezTo>
                  <a:cubicBezTo>
                    <a:pt x="410" y="448"/>
                    <a:pt x="442" y="343"/>
                    <a:pt x="563" y="359"/>
                  </a:cubicBezTo>
                  <a:cubicBezTo>
                    <a:pt x="628" y="363"/>
                    <a:pt x="663" y="449"/>
                    <a:pt x="666" y="461"/>
                  </a:cubicBezTo>
                  <a:cubicBezTo>
                    <a:pt x="666" y="819"/>
                    <a:pt x="666" y="819"/>
                    <a:pt x="666" y="819"/>
                  </a:cubicBezTo>
                  <a:cubicBezTo>
                    <a:pt x="819" y="820"/>
                    <a:pt x="819" y="820"/>
                    <a:pt x="819" y="820"/>
                  </a:cubicBezTo>
                  <a:cubicBezTo>
                    <a:pt x="819" y="395"/>
                    <a:pt x="819" y="395"/>
                    <a:pt x="819" y="395"/>
                  </a:cubicBezTo>
                  <a:cubicBezTo>
                    <a:pt x="813" y="333"/>
                    <a:pt x="782" y="207"/>
                    <a:pt x="614" y="205"/>
                  </a:cubicBezTo>
                  <a:close/>
                  <a:moveTo>
                    <a:pt x="77" y="0"/>
                  </a:moveTo>
                  <a:cubicBezTo>
                    <a:pt x="34" y="0"/>
                    <a:pt x="0" y="35"/>
                    <a:pt x="0" y="77"/>
                  </a:cubicBezTo>
                  <a:cubicBezTo>
                    <a:pt x="0" y="119"/>
                    <a:pt x="34" y="154"/>
                    <a:pt x="77" y="154"/>
                  </a:cubicBezTo>
                  <a:cubicBezTo>
                    <a:pt x="119" y="154"/>
                    <a:pt x="153" y="119"/>
                    <a:pt x="153" y="77"/>
                  </a:cubicBezTo>
                  <a:cubicBezTo>
                    <a:pt x="153" y="35"/>
                    <a:pt x="119" y="0"/>
                    <a:pt x="77" y="0"/>
                  </a:cubicBezTo>
                  <a:close/>
                  <a:moveTo>
                    <a:pt x="77" y="0"/>
                  </a:moveTo>
                  <a:cubicBezTo>
                    <a:pt x="77" y="0"/>
                    <a:pt x="77" y="0"/>
                    <a:pt x="7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effectLst>
                  <a:innerShdw blurRad="114300">
                    <a:prstClr val="black"/>
                  </a:innerShdw>
                </a:effectLst>
                <a:latin typeface="Tahoma" panose="020B0604030504040204" pitchFamily="34" charset="0"/>
              </a:endParaRP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A10C0200-8CC4-B134-10C4-495FBA5CA43F}"/>
              </a:ext>
            </a:extLst>
          </p:cNvPr>
          <p:cNvGrpSpPr/>
          <p:nvPr userDrawn="1"/>
        </p:nvGrpSpPr>
        <p:grpSpPr>
          <a:xfrm>
            <a:off x="1415040" y="5984875"/>
            <a:ext cx="327105" cy="327105"/>
            <a:chOff x="1168400" y="5921295"/>
            <a:chExt cx="327105" cy="327105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B2A54783-A854-BA13-D90F-619DA1F95572}"/>
                </a:ext>
              </a:extLst>
            </p:cNvPr>
            <p:cNvSpPr/>
            <p:nvPr userDrawn="1"/>
          </p:nvSpPr>
          <p:spPr>
            <a:xfrm>
              <a:off x="11684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FF903B03-9249-8465-BEC5-FDBA0E9C20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94312" y="6004509"/>
              <a:ext cx="75280" cy="160676"/>
            </a:xfrm>
            <a:custGeom>
              <a:avLst/>
              <a:gdLst>
                <a:gd name="T0" fmla="*/ 512 w 766"/>
                <a:gd name="T1" fmla="*/ 1638 h 1638"/>
                <a:gd name="T2" fmla="*/ 205 w 766"/>
                <a:gd name="T3" fmla="*/ 1638 h 1638"/>
                <a:gd name="T4" fmla="*/ 205 w 766"/>
                <a:gd name="T5" fmla="*/ 819 h 1638"/>
                <a:gd name="T6" fmla="*/ 0 w 766"/>
                <a:gd name="T7" fmla="*/ 819 h 1638"/>
                <a:gd name="T8" fmla="*/ 0 w 766"/>
                <a:gd name="T9" fmla="*/ 537 h 1638"/>
                <a:gd name="T10" fmla="*/ 205 w 766"/>
                <a:gd name="T11" fmla="*/ 537 h 1638"/>
                <a:gd name="T12" fmla="*/ 204 w 766"/>
                <a:gd name="T13" fmla="*/ 370 h 1638"/>
                <a:gd name="T14" fmla="*/ 538 w 766"/>
                <a:gd name="T15" fmla="*/ 0 h 1638"/>
                <a:gd name="T16" fmla="*/ 764 w 766"/>
                <a:gd name="T17" fmla="*/ 0 h 1638"/>
                <a:gd name="T18" fmla="*/ 764 w 766"/>
                <a:gd name="T19" fmla="*/ 282 h 1638"/>
                <a:gd name="T20" fmla="*/ 623 w 766"/>
                <a:gd name="T21" fmla="*/ 282 h 1638"/>
                <a:gd name="T22" fmla="*/ 512 w 766"/>
                <a:gd name="T23" fmla="*/ 395 h 1638"/>
                <a:gd name="T24" fmla="*/ 512 w 766"/>
                <a:gd name="T25" fmla="*/ 537 h 1638"/>
                <a:gd name="T26" fmla="*/ 766 w 766"/>
                <a:gd name="T27" fmla="*/ 537 h 1638"/>
                <a:gd name="T28" fmla="*/ 736 w 766"/>
                <a:gd name="T29" fmla="*/ 819 h 1638"/>
                <a:gd name="T30" fmla="*/ 512 w 766"/>
                <a:gd name="T31" fmla="*/ 819 h 1638"/>
                <a:gd name="T32" fmla="*/ 512 w 766"/>
                <a:gd name="T33" fmla="*/ 1638 h 1638"/>
                <a:gd name="T34" fmla="*/ 512 w 766"/>
                <a:gd name="T35" fmla="*/ 1638 h 1638"/>
                <a:gd name="T36" fmla="*/ 512 w 766"/>
                <a:gd name="T37" fmla="*/ 1638 h 1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6" h="1638">
                  <a:moveTo>
                    <a:pt x="512" y="1638"/>
                  </a:moveTo>
                  <a:cubicBezTo>
                    <a:pt x="205" y="1638"/>
                    <a:pt x="205" y="1638"/>
                    <a:pt x="205" y="1638"/>
                  </a:cubicBezTo>
                  <a:cubicBezTo>
                    <a:pt x="205" y="819"/>
                    <a:pt x="205" y="819"/>
                    <a:pt x="205" y="819"/>
                  </a:cubicBezTo>
                  <a:cubicBezTo>
                    <a:pt x="0" y="819"/>
                    <a:pt x="0" y="819"/>
                    <a:pt x="0" y="819"/>
                  </a:cubicBezTo>
                  <a:cubicBezTo>
                    <a:pt x="0" y="537"/>
                    <a:pt x="0" y="537"/>
                    <a:pt x="0" y="537"/>
                  </a:cubicBezTo>
                  <a:cubicBezTo>
                    <a:pt x="205" y="537"/>
                    <a:pt x="205" y="537"/>
                    <a:pt x="205" y="537"/>
                  </a:cubicBezTo>
                  <a:cubicBezTo>
                    <a:pt x="204" y="370"/>
                    <a:pt x="204" y="370"/>
                    <a:pt x="204" y="370"/>
                  </a:cubicBezTo>
                  <a:cubicBezTo>
                    <a:pt x="204" y="140"/>
                    <a:pt x="267" y="0"/>
                    <a:pt x="538" y="0"/>
                  </a:cubicBezTo>
                  <a:cubicBezTo>
                    <a:pt x="764" y="0"/>
                    <a:pt x="764" y="0"/>
                    <a:pt x="764" y="0"/>
                  </a:cubicBezTo>
                  <a:cubicBezTo>
                    <a:pt x="764" y="282"/>
                    <a:pt x="764" y="282"/>
                    <a:pt x="764" y="282"/>
                  </a:cubicBezTo>
                  <a:cubicBezTo>
                    <a:pt x="623" y="282"/>
                    <a:pt x="623" y="282"/>
                    <a:pt x="623" y="282"/>
                  </a:cubicBezTo>
                  <a:cubicBezTo>
                    <a:pt x="517" y="282"/>
                    <a:pt x="512" y="322"/>
                    <a:pt x="512" y="395"/>
                  </a:cubicBezTo>
                  <a:cubicBezTo>
                    <a:pt x="512" y="537"/>
                    <a:pt x="512" y="537"/>
                    <a:pt x="512" y="537"/>
                  </a:cubicBezTo>
                  <a:cubicBezTo>
                    <a:pt x="766" y="537"/>
                    <a:pt x="766" y="537"/>
                    <a:pt x="766" y="537"/>
                  </a:cubicBezTo>
                  <a:cubicBezTo>
                    <a:pt x="736" y="819"/>
                    <a:pt x="736" y="819"/>
                    <a:pt x="736" y="819"/>
                  </a:cubicBezTo>
                  <a:cubicBezTo>
                    <a:pt x="512" y="819"/>
                    <a:pt x="512" y="819"/>
                    <a:pt x="512" y="819"/>
                  </a:cubicBezTo>
                  <a:lnTo>
                    <a:pt x="512" y="1638"/>
                  </a:lnTo>
                  <a:close/>
                  <a:moveTo>
                    <a:pt x="512" y="1638"/>
                  </a:moveTo>
                  <a:cubicBezTo>
                    <a:pt x="512" y="1638"/>
                    <a:pt x="512" y="1638"/>
                    <a:pt x="512" y="163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latin typeface="Tahoma" panose="020B0604030504040204" pitchFamily="34" charset="0"/>
              </a:endParaRP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2A9C09D9-81D8-5B9C-17D0-D29F7D4C68BF}"/>
              </a:ext>
            </a:extLst>
          </p:cNvPr>
          <p:cNvGrpSpPr/>
          <p:nvPr userDrawn="1"/>
        </p:nvGrpSpPr>
        <p:grpSpPr>
          <a:xfrm>
            <a:off x="1955367" y="5984875"/>
            <a:ext cx="327105" cy="327105"/>
            <a:chOff x="1625600" y="5921295"/>
            <a:chExt cx="327105" cy="327105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81F1A4C2-74F6-6256-503A-24F3959B78B8}"/>
                </a:ext>
              </a:extLst>
            </p:cNvPr>
            <p:cNvSpPr/>
            <p:nvPr userDrawn="1"/>
          </p:nvSpPr>
          <p:spPr>
            <a:xfrm>
              <a:off x="16256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" name="Freeform 32">
              <a:extLst>
                <a:ext uri="{FF2B5EF4-FFF2-40B4-BE49-F238E27FC236}">
                  <a16:creationId xmlns:a16="http://schemas.microsoft.com/office/drawing/2014/main" id="{2D5CA099-71C8-CB4E-54FD-509E2972AD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4575" y="6014806"/>
              <a:ext cx="169155" cy="140083"/>
            </a:xfrm>
            <a:custGeom>
              <a:avLst/>
              <a:gdLst>
                <a:gd name="T0" fmla="*/ 51 w 51"/>
                <a:gd name="T1" fmla="*/ 5 h 42"/>
                <a:gd name="T2" fmla="*/ 45 w 51"/>
                <a:gd name="T3" fmla="*/ 7 h 42"/>
                <a:gd name="T4" fmla="*/ 50 w 51"/>
                <a:gd name="T5" fmla="*/ 1 h 42"/>
                <a:gd name="T6" fmla="*/ 43 w 51"/>
                <a:gd name="T7" fmla="*/ 3 h 42"/>
                <a:gd name="T8" fmla="*/ 35 w 51"/>
                <a:gd name="T9" fmla="*/ 0 h 42"/>
                <a:gd name="T10" fmla="*/ 25 w 51"/>
                <a:gd name="T11" fmla="*/ 10 h 42"/>
                <a:gd name="T12" fmla="*/ 25 w 51"/>
                <a:gd name="T13" fmla="*/ 13 h 42"/>
                <a:gd name="T14" fmla="*/ 4 w 51"/>
                <a:gd name="T15" fmla="*/ 2 h 42"/>
                <a:gd name="T16" fmla="*/ 2 w 51"/>
                <a:gd name="T17" fmla="*/ 7 h 42"/>
                <a:gd name="T18" fmla="*/ 7 w 51"/>
                <a:gd name="T19" fmla="*/ 16 h 42"/>
                <a:gd name="T20" fmla="*/ 2 w 51"/>
                <a:gd name="T21" fmla="*/ 15 h 42"/>
                <a:gd name="T22" fmla="*/ 2 w 51"/>
                <a:gd name="T23" fmla="*/ 15 h 42"/>
                <a:gd name="T24" fmla="*/ 10 w 51"/>
                <a:gd name="T25" fmla="*/ 25 h 42"/>
                <a:gd name="T26" fmla="*/ 8 w 51"/>
                <a:gd name="T27" fmla="*/ 25 h 42"/>
                <a:gd name="T28" fmla="*/ 6 w 51"/>
                <a:gd name="T29" fmla="*/ 25 h 42"/>
                <a:gd name="T30" fmla="*/ 16 w 51"/>
                <a:gd name="T31" fmla="*/ 33 h 42"/>
                <a:gd name="T32" fmla="*/ 2 w 51"/>
                <a:gd name="T33" fmla="*/ 37 h 42"/>
                <a:gd name="T34" fmla="*/ 0 w 51"/>
                <a:gd name="T35" fmla="*/ 37 h 42"/>
                <a:gd name="T36" fmla="*/ 16 w 51"/>
                <a:gd name="T37" fmla="*/ 42 h 42"/>
                <a:gd name="T38" fmla="*/ 46 w 51"/>
                <a:gd name="T39" fmla="*/ 12 h 42"/>
                <a:gd name="T40" fmla="*/ 46 w 51"/>
                <a:gd name="T41" fmla="*/ 10 h 42"/>
                <a:gd name="T42" fmla="*/ 51 w 51"/>
                <a:gd name="T43" fmla="*/ 5 h 42"/>
                <a:gd name="T44" fmla="*/ 51 w 51"/>
                <a:gd name="T45" fmla="*/ 5 h 42"/>
                <a:gd name="T46" fmla="*/ 51 w 51"/>
                <a:gd name="T47" fmla="*/ 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1" h="42">
                  <a:moveTo>
                    <a:pt x="51" y="5"/>
                  </a:moveTo>
                  <a:cubicBezTo>
                    <a:pt x="49" y="6"/>
                    <a:pt x="47" y="6"/>
                    <a:pt x="45" y="7"/>
                  </a:cubicBezTo>
                  <a:cubicBezTo>
                    <a:pt x="47" y="5"/>
                    <a:pt x="49" y="3"/>
                    <a:pt x="50" y="1"/>
                  </a:cubicBezTo>
                  <a:cubicBezTo>
                    <a:pt x="48" y="2"/>
                    <a:pt x="46" y="3"/>
                    <a:pt x="43" y="3"/>
                  </a:cubicBezTo>
                  <a:cubicBezTo>
                    <a:pt x="41" y="1"/>
                    <a:pt x="38" y="0"/>
                    <a:pt x="35" y="0"/>
                  </a:cubicBezTo>
                  <a:cubicBezTo>
                    <a:pt x="30" y="0"/>
                    <a:pt x="25" y="5"/>
                    <a:pt x="25" y="10"/>
                  </a:cubicBezTo>
                  <a:cubicBezTo>
                    <a:pt x="25" y="11"/>
                    <a:pt x="25" y="12"/>
                    <a:pt x="25" y="13"/>
                  </a:cubicBezTo>
                  <a:cubicBezTo>
                    <a:pt x="16" y="12"/>
                    <a:pt x="9" y="8"/>
                    <a:pt x="4" y="2"/>
                  </a:cubicBezTo>
                  <a:cubicBezTo>
                    <a:pt x="3" y="3"/>
                    <a:pt x="2" y="5"/>
                    <a:pt x="2" y="7"/>
                  </a:cubicBezTo>
                  <a:cubicBezTo>
                    <a:pt x="2" y="11"/>
                    <a:pt x="4" y="14"/>
                    <a:pt x="7" y="16"/>
                  </a:cubicBezTo>
                  <a:cubicBezTo>
                    <a:pt x="5" y="16"/>
                    <a:pt x="3" y="15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20"/>
                    <a:pt x="6" y="24"/>
                    <a:pt x="10" y="25"/>
                  </a:cubicBezTo>
                  <a:cubicBezTo>
                    <a:pt x="10" y="25"/>
                    <a:pt x="9" y="25"/>
                    <a:pt x="8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7" y="29"/>
                    <a:pt x="11" y="32"/>
                    <a:pt x="16" y="33"/>
                  </a:cubicBezTo>
                  <a:cubicBezTo>
                    <a:pt x="12" y="35"/>
                    <a:pt x="7" y="37"/>
                    <a:pt x="2" y="37"/>
                  </a:cubicBezTo>
                  <a:cubicBezTo>
                    <a:pt x="2" y="37"/>
                    <a:pt x="1" y="37"/>
                    <a:pt x="0" y="37"/>
                  </a:cubicBezTo>
                  <a:cubicBezTo>
                    <a:pt x="5" y="40"/>
                    <a:pt x="10" y="42"/>
                    <a:pt x="16" y="42"/>
                  </a:cubicBezTo>
                  <a:cubicBezTo>
                    <a:pt x="35" y="42"/>
                    <a:pt x="46" y="26"/>
                    <a:pt x="46" y="1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8" y="9"/>
                    <a:pt x="50" y="7"/>
                    <a:pt x="51" y="5"/>
                  </a:cubicBezTo>
                  <a:close/>
                  <a:moveTo>
                    <a:pt x="51" y="5"/>
                  </a:moveTo>
                  <a:cubicBezTo>
                    <a:pt x="51" y="5"/>
                    <a:pt x="51" y="5"/>
                    <a:pt x="51" y="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latin typeface="Tahoma" panose="020B0604030504040204" pitchFamily="34" charset="0"/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FA17A60A-AD1D-9C72-6FDA-9C3899F58479}"/>
              </a:ext>
            </a:extLst>
          </p:cNvPr>
          <p:cNvGrpSpPr/>
          <p:nvPr userDrawn="1"/>
        </p:nvGrpSpPr>
        <p:grpSpPr>
          <a:xfrm>
            <a:off x="2495694" y="5984875"/>
            <a:ext cx="327105" cy="327105"/>
            <a:chOff x="2082800" y="5921295"/>
            <a:chExt cx="327105" cy="327105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60B0FBFC-7EFF-80B7-6C38-78E06C61B73D}"/>
                </a:ext>
              </a:extLst>
            </p:cNvPr>
            <p:cNvSpPr/>
            <p:nvPr userDrawn="1"/>
          </p:nvSpPr>
          <p:spPr>
            <a:xfrm>
              <a:off x="20828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CCE8FD11-D17F-F802-144E-BEC1F839B3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67126" y="5991354"/>
              <a:ext cx="158452" cy="186987"/>
            </a:xfrm>
            <a:prstGeom prst="rect">
              <a:avLst/>
            </a:prstGeom>
          </p:spPr>
        </p:pic>
      </p:grpSp>
      <p:pic>
        <p:nvPicPr>
          <p:cNvPr id="5" name="Graphique 4">
            <a:extLst>
              <a:ext uri="{FF2B5EF4-FFF2-40B4-BE49-F238E27FC236}">
                <a16:creationId xmlns:a16="http://schemas.microsoft.com/office/drawing/2014/main" id="{237AA362-4063-51A0-9207-9DE9734915A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5817" y="6031190"/>
            <a:ext cx="1784345" cy="227099"/>
          </a:xfrm>
          <a:prstGeom prst="rect">
            <a:avLst/>
          </a:prstGeom>
        </p:spPr>
      </p:pic>
      <p:sp>
        <p:nvSpPr>
          <p:cNvPr id="2" name="Ellipse 4">
            <a:extLst>
              <a:ext uri="{FF2B5EF4-FFF2-40B4-BE49-F238E27FC236}">
                <a16:creationId xmlns:a16="http://schemas.microsoft.com/office/drawing/2014/main" id="{3A1320FF-3310-FE31-28D9-E6CFE81E6090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" name="ZoneTexte 9">
            <a:extLst>
              <a:ext uri="{FF2B5EF4-FFF2-40B4-BE49-F238E27FC236}">
                <a16:creationId xmlns:a16="http://schemas.microsoft.com/office/drawing/2014/main" id="{5783E99C-0938-AD05-309B-51C089C5A6DD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4" name="Ellipse 12">
            <a:extLst>
              <a:ext uri="{FF2B5EF4-FFF2-40B4-BE49-F238E27FC236}">
                <a16:creationId xmlns:a16="http://schemas.microsoft.com/office/drawing/2014/main" id="{435A4378-8226-B1EF-FC87-CD3145C07335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6" name="ZoneTexte 13">
            <a:extLst>
              <a:ext uri="{FF2B5EF4-FFF2-40B4-BE49-F238E27FC236}">
                <a16:creationId xmlns:a16="http://schemas.microsoft.com/office/drawing/2014/main" id="{8951C2C3-8FB3-AE39-285A-CF87C49167BD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38" name="Ellipse 15">
            <a:extLst>
              <a:ext uri="{FF2B5EF4-FFF2-40B4-BE49-F238E27FC236}">
                <a16:creationId xmlns:a16="http://schemas.microsoft.com/office/drawing/2014/main" id="{A2A1C3B9-86E1-A407-6F4C-A285A9245603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9" name="ZoneTexte 16">
            <a:extLst>
              <a:ext uri="{FF2B5EF4-FFF2-40B4-BE49-F238E27FC236}">
                <a16:creationId xmlns:a16="http://schemas.microsoft.com/office/drawing/2014/main" id="{318EB199-19FC-6F0B-C6FB-8B71A1DC6FE8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40" name="Ellipse 18">
            <a:extLst>
              <a:ext uri="{FF2B5EF4-FFF2-40B4-BE49-F238E27FC236}">
                <a16:creationId xmlns:a16="http://schemas.microsoft.com/office/drawing/2014/main" id="{548DA188-D502-4F5C-B4DF-21E37E250015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41" name="ZoneTexte 19">
            <a:extLst>
              <a:ext uri="{FF2B5EF4-FFF2-40B4-BE49-F238E27FC236}">
                <a16:creationId xmlns:a16="http://schemas.microsoft.com/office/drawing/2014/main" id="{AC41D4E2-6979-4415-A5BC-D80EDB4DB251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42" name="Ellipse 31">
            <a:extLst>
              <a:ext uri="{FF2B5EF4-FFF2-40B4-BE49-F238E27FC236}">
                <a16:creationId xmlns:a16="http://schemas.microsoft.com/office/drawing/2014/main" id="{A2F2E0CF-9C68-72C1-3F63-645DEBE9660D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43" name="ZoneTexte 32">
            <a:extLst>
              <a:ext uri="{FF2B5EF4-FFF2-40B4-BE49-F238E27FC236}">
                <a16:creationId xmlns:a16="http://schemas.microsoft.com/office/drawing/2014/main" id="{5FB7429B-4BBF-B705-6E8F-D17788F758C2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44" name="Ellipse 34">
            <a:extLst>
              <a:ext uri="{FF2B5EF4-FFF2-40B4-BE49-F238E27FC236}">
                <a16:creationId xmlns:a16="http://schemas.microsoft.com/office/drawing/2014/main" id="{9E18445F-BD43-B9B4-6FC1-84C165978CA3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45" name="ZoneTexte 35">
            <a:extLst>
              <a:ext uri="{FF2B5EF4-FFF2-40B4-BE49-F238E27FC236}">
                <a16:creationId xmlns:a16="http://schemas.microsoft.com/office/drawing/2014/main" id="{AD8870ED-778E-889C-8049-7DAA91543A24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217263047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77FC0F34-4B31-09D4-32A3-715359E199B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0" y="0"/>
            <a:ext cx="11460163" cy="5265738"/>
          </a:xfrm>
          <a:solidFill>
            <a:schemeClr val="bg1"/>
          </a:solidFill>
        </p:spPr>
        <p:txBody>
          <a:bodyPr/>
          <a:lstStyle/>
          <a:p>
            <a:r>
              <a:rPr lang="es-ES"/>
              <a:t>Haga clic en el icono para agregar una imagen</a:t>
            </a:r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9E62FEB4-B794-CE58-F210-4640840A0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4" y="823070"/>
            <a:ext cx="10442574" cy="470898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>
                <a:solidFill>
                  <a:schemeClr val="bg2"/>
                </a:solidFill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25" name="Espace réservé du texte 4">
            <a:extLst>
              <a:ext uri="{FF2B5EF4-FFF2-40B4-BE49-F238E27FC236}">
                <a16:creationId xmlns:a16="http://schemas.microsoft.com/office/drawing/2014/main" id="{E572DA6C-DFE5-3453-BD16-C0B3355F3FB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74709" y="3232727"/>
            <a:ext cx="4122164" cy="1625600"/>
          </a:xfrm>
          <a:prstGeom prst="rect">
            <a:avLst/>
          </a:prstGeom>
        </p:spPr>
        <p:txBody>
          <a:bodyPr anchor="t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sz="10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490468B8-3C22-2228-0658-78ACA107336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4255" y="3514436"/>
            <a:ext cx="2449010" cy="134389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sz="10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45BB9E87-EC77-922A-F2AA-E38883E7682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94254" y="3232727"/>
            <a:ext cx="2449010" cy="184666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Name</a:t>
            </a:r>
          </a:p>
        </p:txBody>
      </p:sp>
      <p:sp>
        <p:nvSpPr>
          <p:cNvPr id="28" name="Espace réservé du texte 4">
            <a:extLst>
              <a:ext uri="{FF2B5EF4-FFF2-40B4-BE49-F238E27FC236}">
                <a16:creationId xmlns:a16="http://schemas.microsoft.com/office/drawing/2014/main" id="{8FF4FFDA-5635-AEC8-E262-ABEEDBD2EA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83383" y="3514436"/>
            <a:ext cx="2449010" cy="134389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sz="1000">
                <a:solidFill>
                  <a:schemeClr val="bg2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65EC38E6-1984-2778-1BE9-23F6EA11A17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83382" y="3232727"/>
            <a:ext cx="2449010" cy="184666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solidFill>
                  <a:schemeClr val="tx1"/>
                </a:solidFill>
                <a:latin typeface="+mj-lt"/>
              </a:defRPr>
            </a:lvl2pPr>
            <a:lvl3pPr>
              <a:defRPr sz="1800">
                <a:solidFill>
                  <a:schemeClr val="tx1"/>
                </a:solidFill>
                <a:latin typeface="+mj-lt"/>
              </a:defRPr>
            </a:lvl3pPr>
            <a:lvl4pPr>
              <a:defRPr sz="1800">
                <a:solidFill>
                  <a:schemeClr val="tx1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/>
              <a:t>Name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18336B53-D9E5-B4F9-D021-27A3CA733141}"/>
              </a:ext>
            </a:extLst>
          </p:cNvPr>
          <p:cNvGrpSpPr/>
          <p:nvPr userDrawn="1"/>
        </p:nvGrpSpPr>
        <p:grpSpPr>
          <a:xfrm>
            <a:off x="874713" y="5984875"/>
            <a:ext cx="327105" cy="327105"/>
            <a:chOff x="711200" y="5921295"/>
            <a:chExt cx="327105" cy="327105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3A07E61E-F0AB-971F-9D24-B395FC65AB8D}"/>
                </a:ext>
              </a:extLst>
            </p:cNvPr>
            <p:cNvSpPr/>
            <p:nvPr userDrawn="1"/>
          </p:nvSpPr>
          <p:spPr>
            <a:xfrm>
              <a:off x="7112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9" name="Freeform 36">
              <a:extLst>
                <a:ext uri="{FF2B5EF4-FFF2-40B4-BE49-F238E27FC236}">
                  <a16:creationId xmlns:a16="http://schemas.microsoft.com/office/drawing/2014/main" id="{345B2FF1-01BD-F0D6-476E-5F7C3C848D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98021" y="6008037"/>
              <a:ext cx="153462" cy="153621"/>
            </a:xfrm>
            <a:custGeom>
              <a:avLst/>
              <a:gdLst>
                <a:gd name="T0" fmla="*/ 0 w 819"/>
                <a:gd name="T1" fmla="*/ 819 h 820"/>
                <a:gd name="T2" fmla="*/ 153 w 819"/>
                <a:gd name="T3" fmla="*/ 819 h 820"/>
                <a:gd name="T4" fmla="*/ 153 w 819"/>
                <a:gd name="T5" fmla="*/ 205 h 820"/>
                <a:gd name="T6" fmla="*/ 0 w 819"/>
                <a:gd name="T7" fmla="*/ 205 h 820"/>
                <a:gd name="T8" fmla="*/ 0 w 819"/>
                <a:gd name="T9" fmla="*/ 819 h 820"/>
                <a:gd name="T10" fmla="*/ 614 w 819"/>
                <a:gd name="T11" fmla="*/ 205 h 820"/>
                <a:gd name="T12" fmla="*/ 410 w 819"/>
                <a:gd name="T13" fmla="*/ 307 h 820"/>
                <a:gd name="T14" fmla="*/ 410 w 819"/>
                <a:gd name="T15" fmla="*/ 205 h 820"/>
                <a:gd name="T16" fmla="*/ 256 w 819"/>
                <a:gd name="T17" fmla="*/ 205 h 820"/>
                <a:gd name="T18" fmla="*/ 256 w 819"/>
                <a:gd name="T19" fmla="*/ 819 h 820"/>
                <a:gd name="T20" fmla="*/ 410 w 819"/>
                <a:gd name="T21" fmla="*/ 819 h 820"/>
                <a:gd name="T22" fmla="*/ 410 w 819"/>
                <a:gd name="T23" fmla="*/ 461 h 820"/>
                <a:gd name="T24" fmla="*/ 563 w 819"/>
                <a:gd name="T25" fmla="*/ 359 h 820"/>
                <a:gd name="T26" fmla="*/ 666 w 819"/>
                <a:gd name="T27" fmla="*/ 461 h 820"/>
                <a:gd name="T28" fmla="*/ 666 w 819"/>
                <a:gd name="T29" fmla="*/ 819 h 820"/>
                <a:gd name="T30" fmla="*/ 819 w 819"/>
                <a:gd name="T31" fmla="*/ 820 h 820"/>
                <a:gd name="T32" fmla="*/ 819 w 819"/>
                <a:gd name="T33" fmla="*/ 395 h 820"/>
                <a:gd name="T34" fmla="*/ 614 w 819"/>
                <a:gd name="T35" fmla="*/ 205 h 820"/>
                <a:gd name="T36" fmla="*/ 77 w 819"/>
                <a:gd name="T37" fmla="*/ 0 h 820"/>
                <a:gd name="T38" fmla="*/ 0 w 819"/>
                <a:gd name="T39" fmla="*/ 77 h 820"/>
                <a:gd name="T40" fmla="*/ 77 w 819"/>
                <a:gd name="T41" fmla="*/ 154 h 820"/>
                <a:gd name="T42" fmla="*/ 153 w 819"/>
                <a:gd name="T43" fmla="*/ 77 h 820"/>
                <a:gd name="T44" fmla="*/ 77 w 819"/>
                <a:gd name="T45" fmla="*/ 0 h 820"/>
                <a:gd name="T46" fmla="*/ 77 w 819"/>
                <a:gd name="T47" fmla="*/ 0 h 820"/>
                <a:gd name="T48" fmla="*/ 77 w 819"/>
                <a:gd name="T49" fmla="*/ 0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19" h="820">
                  <a:moveTo>
                    <a:pt x="0" y="819"/>
                  </a:moveTo>
                  <a:cubicBezTo>
                    <a:pt x="153" y="819"/>
                    <a:pt x="153" y="819"/>
                    <a:pt x="153" y="819"/>
                  </a:cubicBezTo>
                  <a:cubicBezTo>
                    <a:pt x="153" y="205"/>
                    <a:pt x="153" y="205"/>
                    <a:pt x="153" y="205"/>
                  </a:cubicBezTo>
                  <a:cubicBezTo>
                    <a:pt x="0" y="205"/>
                    <a:pt x="0" y="205"/>
                    <a:pt x="0" y="205"/>
                  </a:cubicBezTo>
                  <a:lnTo>
                    <a:pt x="0" y="819"/>
                  </a:lnTo>
                  <a:close/>
                  <a:moveTo>
                    <a:pt x="614" y="205"/>
                  </a:moveTo>
                  <a:cubicBezTo>
                    <a:pt x="483" y="207"/>
                    <a:pt x="418" y="303"/>
                    <a:pt x="410" y="307"/>
                  </a:cubicBezTo>
                  <a:cubicBezTo>
                    <a:pt x="410" y="205"/>
                    <a:pt x="410" y="205"/>
                    <a:pt x="410" y="205"/>
                  </a:cubicBezTo>
                  <a:cubicBezTo>
                    <a:pt x="256" y="205"/>
                    <a:pt x="256" y="205"/>
                    <a:pt x="256" y="205"/>
                  </a:cubicBezTo>
                  <a:cubicBezTo>
                    <a:pt x="256" y="819"/>
                    <a:pt x="256" y="819"/>
                    <a:pt x="256" y="819"/>
                  </a:cubicBezTo>
                  <a:cubicBezTo>
                    <a:pt x="410" y="819"/>
                    <a:pt x="410" y="819"/>
                    <a:pt x="410" y="819"/>
                  </a:cubicBezTo>
                  <a:cubicBezTo>
                    <a:pt x="410" y="461"/>
                    <a:pt x="410" y="461"/>
                    <a:pt x="410" y="461"/>
                  </a:cubicBezTo>
                  <a:cubicBezTo>
                    <a:pt x="410" y="448"/>
                    <a:pt x="442" y="343"/>
                    <a:pt x="563" y="359"/>
                  </a:cubicBezTo>
                  <a:cubicBezTo>
                    <a:pt x="628" y="363"/>
                    <a:pt x="663" y="449"/>
                    <a:pt x="666" y="461"/>
                  </a:cubicBezTo>
                  <a:cubicBezTo>
                    <a:pt x="666" y="819"/>
                    <a:pt x="666" y="819"/>
                    <a:pt x="666" y="819"/>
                  </a:cubicBezTo>
                  <a:cubicBezTo>
                    <a:pt x="819" y="820"/>
                    <a:pt x="819" y="820"/>
                    <a:pt x="819" y="820"/>
                  </a:cubicBezTo>
                  <a:cubicBezTo>
                    <a:pt x="819" y="395"/>
                    <a:pt x="819" y="395"/>
                    <a:pt x="819" y="395"/>
                  </a:cubicBezTo>
                  <a:cubicBezTo>
                    <a:pt x="813" y="333"/>
                    <a:pt x="782" y="207"/>
                    <a:pt x="614" y="205"/>
                  </a:cubicBezTo>
                  <a:close/>
                  <a:moveTo>
                    <a:pt x="77" y="0"/>
                  </a:moveTo>
                  <a:cubicBezTo>
                    <a:pt x="34" y="0"/>
                    <a:pt x="0" y="35"/>
                    <a:pt x="0" y="77"/>
                  </a:cubicBezTo>
                  <a:cubicBezTo>
                    <a:pt x="0" y="119"/>
                    <a:pt x="34" y="154"/>
                    <a:pt x="77" y="154"/>
                  </a:cubicBezTo>
                  <a:cubicBezTo>
                    <a:pt x="119" y="154"/>
                    <a:pt x="153" y="119"/>
                    <a:pt x="153" y="77"/>
                  </a:cubicBezTo>
                  <a:cubicBezTo>
                    <a:pt x="153" y="35"/>
                    <a:pt x="119" y="0"/>
                    <a:pt x="77" y="0"/>
                  </a:cubicBezTo>
                  <a:close/>
                  <a:moveTo>
                    <a:pt x="77" y="0"/>
                  </a:moveTo>
                  <a:cubicBezTo>
                    <a:pt x="77" y="0"/>
                    <a:pt x="77" y="0"/>
                    <a:pt x="7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effectLst>
                  <a:innerShdw blurRad="114300">
                    <a:prstClr val="black"/>
                  </a:innerShdw>
                </a:effectLst>
                <a:latin typeface="Tahoma" panose="020B0604030504040204" pitchFamily="34" charset="0"/>
              </a:endParaRP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A10C0200-8CC4-B134-10C4-495FBA5CA43F}"/>
              </a:ext>
            </a:extLst>
          </p:cNvPr>
          <p:cNvGrpSpPr/>
          <p:nvPr userDrawn="1"/>
        </p:nvGrpSpPr>
        <p:grpSpPr>
          <a:xfrm>
            <a:off x="1415040" y="5984875"/>
            <a:ext cx="327105" cy="327105"/>
            <a:chOff x="1168400" y="5921295"/>
            <a:chExt cx="327105" cy="327105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B2A54783-A854-BA13-D90F-619DA1F95572}"/>
                </a:ext>
              </a:extLst>
            </p:cNvPr>
            <p:cNvSpPr/>
            <p:nvPr userDrawn="1"/>
          </p:nvSpPr>
          <p:spPr>
            <a:xfrm>
              <a:off x="11684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FF903B03-9249-8465-BEC5-FDBA0E9C20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94312" y="6004509"/>
              <a:ext cx="75280" cy="160676"/>
            </a:xfrm>
            <a:custGeom>
              <a:avLst/>
              <a:gdLst>
                <a:gd name="T0" fmla="*/ 512 w 766"/>
                <a:gd name="T1" fmla="*/ 1638 h 1638"/>
                <a:gd name="T2" fmla="*/ 205 w 766"/>
                <a:gd name="T3" fmla="*/ 1638 h 1638"/>
                <a:gd name="T4" fmla="*/ 205 w 766"/>
                <a:gd name="T5" fmla="*/ 819 h 1638"/>
                <a:gd name="T6" fmla="*/ 0 w 766"/>
                <a:gd name="T7" fmla="*/ 819 h 1638"/>
                <a:gd name="T8" fmla="*/ 0 w 766"/>
                <a:gd name="T9" fmla="*/ 537 h 1638"/>
                <a:gd name="T10" fmla="*/ 205 w 766"/>
                <a:gd name="T11" fmla="*/ 537 h 1638"/>
                <a:gd name="T12" fmla="*/ 204 w 766"/>
                <a:gd name="T13" fmla="*/ 370 h 1638"/>
                <a:gd name="T14" fmla="*/ 538 w 766"/>
                <a:gd name="T15" fmla="*/ 0 h 1638"/>
                <a:gd name="T16" fmla="*/ 764 w 766"/>
                <a:gd name="T17" fmla="*/ 0 h 1638"/>
                <a:gd name="T18" fmla="*/ 764 w 766"/>
                <a:gd name="T19" fmla="*/ 282 h 1638"/>
                <a:gd name="T20" fmla="*/ 623 w 766"/>
                <a:gd name="T21" fmla="*/ 282 h 1638"/>
                <a:gd name="T22" fmla="*/ 512 w 766"/>
                <a:gd name="T23" fmla="*/ 395 h 1638"/>
                <a:gd name="T24" fmla="*/ 512 w 766"/>
                <a:gd name="T25" fmla="*/ 537 h 1638"/>
                <a:gd name="T26" fmla="*/ 766 w 766"/>
                <a:gd name="T27" fmla="*/ 537 h 1638"/>
                <a:gd name="T28" fmla="*/ 736 w 766"/>
                <a:gd name="T29" fmla="*/ 819 h 1638"/>
                <a:gd name="T30" fmla="*/ 512 w 766"/>
                <a:gd name="T31" fmla="*/ 819 h 1638"/>
                <a:gd name="T32" fmla="*/ 512 w 766"/>
                <a:gd name="T33" fmla="*/ 1638 h 1638"/>
                <a:gd name="T34" fmla="*/ 512 w 766"/>
                <a:gd name="T35" fmla="*/ 1638 h 1638"/>
                <a:gd name="T36" fmla="*/ 512 w 766"/>
                <a:gd name="T37" fmla="*/ 1638 h 1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6" h="1638">
                  <a:moveTo>
                    <a:pt x="512" y="1638"/>
                  </a:moveTo>
                  <a:cubicBezTo>
                    <a:pt x="205" y="1638"/>
                    <a:pt x="205" y="1638"/>
                    <a:pt x="205" y="1638"/>
                  </a:cubicBezTo>
                  <a:cubicBezTo>
                    <a:pt x="205" y="819"/>
                    <a:pt x="205" y="819"/>
                    <a:pt x="205" y="819"/>
                  </a:cubicBezTo>
                  <a:cubicBezTo>
                    <a:pt x="0" y="819"/>
                    <a:pt x="0" y="819"/>
                    <a:pt x="0" y="819"/>
                  </a:cubicBezTo>
                  <a:cubicBezTo>
                    <a:pt x="0" y="537"/>
                    <a:pt x="0" y="537"/>
                    <a:pt x="0" y="537"/>
                  </a:cubicBezTo>
                  <a:cubicBezTo>
                    <a:pt x="205" y="537"/>
                    <a:pt x="205" y="537"/>
                    <a:pt x="205" y="537"/>
                  </a:cubicBezTo>
                  <a:cubicBezTo>
                    <a:pt x="204" y="370"/>
                    <a:pt x="204" y="370"/>
                    <a:pt x="204" y="370"/>
                  </a:cubicBezTo>
                  <a:cubicBezTo>
                    <a:pt x="204" y="140"/>
                    <a:pt x="267" y="0"/>
                    <a:pt x="538" y="0"/>
                  </a:cubicBezTo>
                  <a:cubicBezTo>
                    <a:pt x="764" y="0"/>
                    <a:pt x="764" y="0"/>
                    <a:pt x="764" y="0"/>
                  </a:cubicBezTo>
                  <a:cubicBezTo>
                    <a:pt x="764" y="282"/>
                    <a:pt x="764" y="282"/>
                    <a:pt x="764" y="282"/>
                  </a:cubicBezTo>
                  <a:cubicBezTo>
                    <a:pt x="623" y="282"/>
                    <a:pt x="623" y="282"/>
                    <a:pt x="623" y="282"/>
                  </a:cubicBezTo>
                  <a:cubicBezTo>
                    <a:pt x="517" y="282"/>
                    <a:pt x="512" y="322"/>
                    <a:pt x="512" y="395"/>
                  </a:cubicBezTo>
                  <a:cubicBezTo>
                    <a:pt x="512" y="537"/>
                    <a:pt x="512" y="537"/>
                    <a:pt x="512" y="537"/>
                  </a:cubicBezTo>
                  <a:cubicBezTo>
                    <a:pt x="766" y="537"/>
                    <a:pt x="766" y="537"/>
                    <a:pt x="766" y="537"/>
                  </a:cubicBezTo>
                  <a:cubicBezTo>
                    <a:pt x="736" y="819"/>
                    <a:pt x="736" y="819"/>
                    <a:pt x="736" y="819"/>
                  </a:cubicBezTo>
                  <a:cubicBezTo>
                    <a:pt x="512" y="819"/>
                    <a:pt x="512" y="819"/>
                    <a:pt x="512" y="819"/>
                  </a:cubicBezTo>
                  <a:lnTo>
                    <a:pt x="512" y="1638"/>
                  </a:lnTo>
                  <a:close/>
                  <a:moveTo>
                    <a:pt x="512" y="1638"/>
                  </a:moveTo>
                  <a:cubicBezTo>
                    <a:pt x="512" y="1638"/>
                    <a:pt x="512" y="1638"/>
                    <a:pt x="512" y="163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latin typeface="Tahoma" panose="020B0604030504040204" pitchFamily="34" charset="0"/>
              </a:endParaRP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2A9C09D9-81D8-5B9C-17D0-D29F7D4C68BF}"/>
              </a:ext>
            </a:extLst>
          </p:cNvPr>
          <p:cNvGrpSpPr/>
          <p:nvPr userDrawn="1"/>
        </p:nvGrpSpPr>
        <p:grpSpPr>
          <a:xfrm>
            <a:off x="1955367" y="5984875"/>
            <a:ext cx="327105" cy="327105"/>
            <a:chOff x="1625600" y="5921295"/>
            <a:chExt cx="327105" cy="327105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81F1A4C2-74F6-6256-503A-24F3959B78B8}"/>
                </a:ext>
              </a:extLst>
            </p:cNvPr>
            <p:cNvSpPr/>
            <p:nvPr userDrawn="1"/>
          </p:nvSpPr>
          <p:spPr>
            <a:xfrm>
              <a:off x="16256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" name="Freeform 32">
              <a:extLst>
                <a:ext uri="{FF2B5EF4-FFF2-40B4-BE49-F238E27FC236}">
                  <a16:creationId xmlns:a16="http://schemas.microsoft.com/office/drawing/2014/main" id="{2D5CA099-71C8-CB4E-54FD-509E2972AD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4575" y="6014806"/>
              <a:ext cx="169155" cy="140083"/>
            </a:xfrm>
            <a:custGeom>
              <a:avLst/>
              <a:gdLst>
                <a:gd name="T0" fmla="*/ 51 w 51"/>
                <a:gd name="T1" fmla="*/ 5 h 42"/>
                <a:gd name="T2" fmla="*/ 45 w 51"/>
                <a:gd name="T3" fmla="*/ 7 h 42"/>
                <a:gd name="T4" fmla="*/ 50 w 51"/>
                <a:gd name="T5" fmla="*/ 1 h 42"/>
                <a:gd name="T6" fmla="*/ 43 w 51"/>
                <a:gd name="T7" fmla="*/ 3 h 42"/>
                <a:gd name="T8" fmla="*/ 35 w 51"/>
                <a:gd name="T9" fmla="*/ 0 h 42"/>
                <a:gd name="T10" fmla="*/ 25 w 51"/>
                <a:gd name="T11" fmla="*/ 10 h 42"/>
                <a:gd name="T12" fmla="*/ 25 w 51"/>
                <a:gd name="T13" fmla="*/ 13 h 42"/>
                <a:gd name="T14" fmla="*/ 4 w 51"/>
                <a:gd name="T15" fmla="*/ 2 h 42"/>
                <a:gd name="T16" fmla="*/ 2 w 51"/>
                <a:gd name="T17" fmla="*/ 7 h 42"/>
                <a:gd name="T18" fmla="*/ 7 w 51"/>
                <a:gd name="T19" fmla="*/ 16 h 42"/>
                <a:gd name="T20" fmla="*/ 2 w 51"/>
                <a:gd name="T21" fmla="*/ 15 h 42"/>
                <a:gd name="T22" fmla="*/ 2 w 51"/>
                <a:gd name="T23" fmla="*/ 15 h 42"/>
                <a:gd name="T24" fmla="*/ 10 w 51"/>
                <a:gd name="T25" fmla="*/ 25 h 42"/>
                <a:gd name="T26" fmla="*/ 8 w 51"/>
                <a:gd name="T27" fmla="*/ 25 h 42"/>
                <a:gd name="T28" fmla="*/ 6 w 51"/>
                <a:gd name="T29" fmla="*/ 25 h 42"/>
                <a:gd name="T30" fmla="*/ 16 w 51"/>
                <a:gd name="T31" fmla="*/ 33 h 42"/>
                <a:gd name="T32" fmla="*/ 2 w 51"/>
                <a:gd name="T33" fmla="*/ 37 h 42"/>
                <a:gd name="T34" fmla="*/ 0 w 51"/>
                <a:gd name="T35" fmla="*/ 37 h 42"/>
                <a:gd name="T36" fmla="*/ 16 w 51"/>
                <a:gd name="T37" fmla="*/ 42 h 42"/>
                <a:gd name="T38" fmla="*/ 46 w 51"/>
                <a:gd name="T39" fmla="*/ 12 h 42"/>
                <a:gd name="T40" fmla="*/ 46 w 51"/>
                <a:gd name="T41" fmla="*/ 10 h 42"/>
                <a:gd name="T42" fmla="*/ 51 w 51"/>
                <a:gd name="T43" fmla="*/ 5 h 42"/>
                <a:gd name="T44" fmla="*/ 51 w 51"/>
                <a:gd name="T45" fmla="*/ 5 h 42"/>
                <a:gd name="T46" fmla="*/ 51 w 51"/>
                <a:gd name="T47" fmla="*/ 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1" h="42">
                  <a:moveTo>
                    <a:pt x="51" y="5"/>
                  </a:moveTo>
                  <a:cubicBezTo>
                    <a:pt x="49" y="6"/>
                    <a:pt x="47" y="6"/>
                    <a:pt x="45" y="7"/>
                  </a:cubicBezTo>
                  <a:cubicBezTo>
                    <a:pt x="47" y="5"/>
                    <a:pt x="49" y="3"/>
                    <a:pt x="50" y="1"/>
                  </a:cubicBezTo>
                  <a:cubicBezTo>
                    <a:pt x="48" y="2"/>
                    <a:pt x="46" y="3"/>
                    <a:pt x="43" y="3"/>
                  </a:cubicBezTo>
                  <a:cubicBezTo>
                    <a:pt x="41" y="1"/>
                    <a:pt x="38" y="0"/>
                    <a:pt x="35" y="0"/>
                  </a:cubicBezTo>
                  <a:cubicBezTo>
                    <a:pt x="30" y="0"/>
                    <a:pt x="25" y="5"/>
                    <a:pt x="25" y="10"/>
                  </a:cubicBezTo>
                  <a:cubicBezTo>
                    <a:pt x="25" y="11"/>
                    <a:pt x="25" y="12"/>
                    <a:pt x="25" y="13"/>
                  </a:cubicBezTo>
                  <a:cubicBezTo>
                    <a:pt x="16" y="12"/>
                    <a:pt x="9" y="8"/>
                    <a:pt x="4" y="2"/>
                  </a:cubicBezTo>
                  <a:cubicBezTo>
                    <a:pt x="3" y="3"/>
                    <a:pt x="2" y="5"/>
                    <a:pt x="2" y="7"/>
                  </a:cubicBezTo>
                  <a:cubicBezTo>
                    <a:pt x="2" y="11"/>
                    <a:pt x="4" y="14"/>
                    <a:pt x="7" y="16"/>
                  </a:cubicBezTo>
                  <a:cubicBezTo>
                    <a:pt x="5" y="16"/>
                    <a:pt x="3" y="15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20"/>
                    <a:pt x="6" y="24"/>
                    <a:pt x="10" y="25"/>
                  </a:cubicBezTo>
                  <a:cubicBezTo>
                    <a:pt x="10" y="25"/>
                    <a:pt x="9" y="25"/>
                    <a:pt x="8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7" y="29"/>
                    <a:pt x="11" y="32"/>
                    <a:pt x="16" y="33"/>
                  </a:cubicBezTo>
                  <a:cubicBezTo>
                    <a:pt x="12" y="35"/>
                    <a:pt x="7" y="37"/>
                    <a:pt x="2" y="37"/>
                  </a:cubicBezTo>
                  <a:cubicBezTo>
                    <a:pt x="2" y="37"/>
                    <a:pt x="1" y="37"/>
                    <a:pt x="0" y="37"/>
                  </a:cubicBezTo>
                  <a:cubicBezTo>
                    <a:pt x="5" y="40"/>
                    <a:pt x="10" y="42"/>
                    <a:pt x="16" y="42"/>
                  </a:cubicBezTo>
                  <a:cubicBezTo>
                    <a:pt x="35" y="42"/>
                    <a:pt x="46" y="26"/>
                    <a:pt x="46" y="1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8" y="9"/>
                    <a:pt x="50" y="7"/>
                    <a:pt x="51" y="5"/>
                  </a:cubicBezTo>
                  <a:close/>
                  <a:moveTo>
                    <a:pt x="51" y="5"/>
                  </a:moveTo>
                  <a:cubicBezTo>
                    <a:pt x="51" y="5"/>
                    <a:pt x="51" y="5"/>
                    <a:pt x="51" y="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latin typeface="Tahoma" panose="020B0604030504040204" pitchFamily="34" charset="0"/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FA17A60A-AD1D-9C72-6FDA-9C3899F58479}"/>
              </a:ext>
            </a:extLst>
          </p:cNvPr>
          <p:cNvGrpSpPr/>
          <p:nvPr userDrawn="1"/>
        </p:nvGrpSpPr>
        <p:grpSpPr>
          <a:xfrm>
            <a:off x="2495694" y="5984875"/>
            <a:ext cx="327105" cy="327105"/>
            <a:chOff x="2082800" y="5921295"/>
            <a:chExt cx="327105" cy="327105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60B0FBFC-7EFF-80B7-6C38-78E06C61B73D}"/>
                </a:ext>
              </a:extLst>
            </p:cNvPr>
            <p:cNvSpPr/>
            <p:nvPr userDrawn="1"/>
          </p:nvSpPr>
          <p:spPr>
            <a:xfrm>
              <a:off x="20828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CCE8FD11-D17F-F802-144E-BEC1F839B3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67126" y="5991354"/>
              <a:ext cx="158452" cy="186987"/>
            </a:xfrm>
            <a:prstGeom prst="rect">
              <a:avLst/>
            </a:prstGeom>
          </p:spPr>
        </p:pic>
      </p:grpSp>
      <p:pic>
        <p:nvPicPr>
          <p:cNvPr id="3" name="Graphique 2">
            <a:extLst>
              <a:ext uri="{FF2B5EF4-FFF2-40B4-BE49-F238E27FC236}">
                <a16:creationId xmlns:a16="http://schemas.microsoft.com/office/drawing/2014/main" id="{FC24BCA3-B330-CCA9-220A-E8A8C8AAB78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5817" y="6031190"/>
            <a:ext cx="1784345" cy="227099"/>
          </a:xfrm>
          <a:prstGeom prst="rect">
            <a:avLst/>
          </a:prstGeom>
        </p:spPr>
      </p:pic>
      <p:sp>
        <p:nvSpPr>
          <p:cNvPr id="2" name="Ellipse 4">
            <a:extLst>
              <a:ext uri="{FF2B5EF4-FFF2-40B4-BE49-F238E27FC236}">
                <a16:creationId xmlns:a16="http://schemas.microsoft.com/office/drawing/2014/main" id="{CB31A8CA-C6A3-21C4-196D-2B0C126CB736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4" name="ZoneTexte 9">
            <a:extLst>
              <a:ext uri="{FF2B5EF4-FFF2-40B4-BE49-F238E27FC236}">
                <a16:creationId xmlns:a16="http://schemas.microsoft.com/office/drawing/2014/main" id="{34DAD1EA-2640-DC64-FAD1-2DD290BC8CC8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35" name="Ellipse 12">
            <a:extLst>
              <a:ext uri="{FF2B5EF4-FFF2-40B4-BE49-F238E27FC236}">
                <a16:creationId xmlns:a16="http://schemas.microsoft.com/office/drawing/2014/main" id="{32BA46B5-4907-C093-EDEF-98A3F57758F7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6" name="ZoneTexte 13">
            <a:extLst>
              <a:ext uri="{FF2B5EF4-FFF2-40B4-BE49-F238E27FC236}">
                <a16:creationId xmlns:a16="http://schemas.microsoft.com/office/drawing/2014/main" id="{B5EBCB56-33CB-B6FB-6E3C-746E75AF91E8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38" name="Ellipse 15">
            <a:extLst>
              <a:ext uri="{FF2B5EF4-FFF2-40B4-BE49-F238E27FC236}">
                <a16:creationId xmlns:a16="http://schemas.microsoft.com/office/drawing/2014/main" id="{9F030D93-61BD-A5CD-5201-F67860616520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9" name="ZoneTexte 16">
            <a:extLst>
              <a:ext uri="{FF2B5EF4-FFF2-40B4-BE49-F238E27FC236}">
                <a16:creationId xmlns:a16="http://schemas.microsoft.com/office/drawing/2014/main" id="{D605D96D-661F-1F43-9474-6BB4629DEA7B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40" name="Ellipse 18">
            <a:extLst>
              <a:ext uri="{FF2B5EF4-FFF2-40B4-BE49-F238E27FC236}">
                <a16:creationId xmlns:a16="http://schemas.microsoft.com/office/drawing/2014/main" id="{465E5CAA-0D16-7239-6AB9-F90337D2D57C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41" name="ZoneTexte 19">
            <a:extLst>
              <a:ext uri="{FF2B5EF4-FFF2-40B4-BE49-F238E27FC236}">
                <a16:creationId xmlns:a16="http://schemas.microsoft.com/office/drawing/2014/main" id="{C41644CE-7167-F380-40F9-3FCE839833FF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42" name="Ellipse 31">
            <a:extLst>
              <a:ext uri="{FF2B5EF4-FFF2-40B4-BE49-F238E27FC236}">
                <a16:creationId xmlns:a16="http://schemas.microsoft.com/office/drawing/2014/main" id="{50CFC0A7-09B0-7CBA-9C39-602B7D227135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43" name="ZoneTexte 32">
            <a:extLst>
              <a:ext uri="{FF2B5EF4-FFF2-40B4-BE49-F238E27FC236}">
                <a16:creationId xmlns:a16="http://schemas.microsoft.com/office/drawing/2014/main" id="{D9AB8867-5B5E-6A9A-E79C-A29D58BE6AEA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44" name="Ellipse 34">
            <a:extLst>
              <a:ext uri="{FF2B5EF4-FFF2-40B4-BE49-F238E27FC236}">
                <a16:creationId xmlns:a16="http://schemas.microsoft.com/office/drawing/2014/main" id="{75F865DB-99C0-9B6A-DA5E-48BB35CE1DC0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45" name="ZoneTexte 35">
            <a:extLst>
              <a:ext uri="{FF2B5EF4-FFF2-40B4-BE49-F238E27FC236}">
                <a16:creationId xmlns:a16="http://schemas.microsoft.com/office/drawing/2014/main" id="{77F25BC7-46E1-7F60-CCF8-78AFBB1A8AB5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</p:spTree>
    <p:extLst>
      <p:ext uri="{BB962C8B-B14F-4D97-AF65-F5344CB8AC3E}">
        <p14:creationId xmlns:p14="http://schemas.microsoft.com/office/powerpoint/2010/main" val="8357766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dégrad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463ADC-473C-AB04-455B-C20346EB0CD7}"/>
              </a:ext>
            </a:extLst>
          </p:cNvPr>
          <p:cNvSpPr/>
          <p:nvPr userDrawn="1"/>
        </p:nvSpPr>
        <p:spPr>
          <a:xfrm rot="16200000">
            <a:off x="5692589" y="358586"/>
            <a:ext cx="806824" cy="12192002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4DF937B3-FA6F-B3AE-6A17-4D2582C627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404813"/>
            <a:ext cx="10585448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56E1A82C-9B6A-49AD-37CA-35D24A7B6B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4713" y="980880"/>
            <a:ext cx="10585448" cy="2862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en-US"/>
              <a:t>Click to edit subtitle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FA8A540-AAF7-1721-6C21-7792AE32B77C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fr-FR" sz="1000" smtClean="0">
                <a:solidFill>
                  <a:schemeClr val="bg2"/>
                </a:solidFill>
              </a:rPr>
              <a:t>‹#›</a:t>
            </a:fld>
            <a:endParaRPr lang="fr-FR" sz="1000">
              <a:solidFill>
                <a:schemeClr val="bg2"/>
              </a:solidFill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4E9E1323-73A6-45A2-6DD4-ED1C9CFD0C7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3842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ed List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241425" y="1197864"/>
            <a:ext cx="9702009" cy="343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quarter" idx="15"/>
          </p:nvPr>
        </p:nvSpPr>
        <p:spPr>
          <a:xfrm>
            <a:off x="1241425" y="1765300"/>
            <a:ext cx="9701784" cy="4297680"/>
          </a:xfrm>
        </p:spPr>
        <p:txBody>
          <a:bodyPr/>
          <a:lstStyle>
            <a:lvl1pPr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1400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1200"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108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91F4C4-3C18-9542-B60B-28200CDE0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966" y="397228"/>
            <a:ext cx="11092171" cy="373944"/>
          </a:xfrm>
        </p:spPr>
        <p:txBody>
          <a:bodyPr/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0A3C9EF-B722-9848-AB90-34F25013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B08FA-6358-474D-87B3-7345706065F6}" type="datetime1">
              <a:rPr lang="fr-FR" smtClean="0"/>
              <a:t>28/07/2026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E4EB8A1-88D2-9147-A6D7-7CDA37A3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Ingine Core - Application Services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5F15F78-CD8F-2241-8FAF-506ED7C6F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B030623B-4857-9A47-AE93-070D7BCA62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2372" y="1557338"/>
            <a:ext cx="3641725" cy="345889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Tx/>
              <a:buNone/>
              <a:tabLst/>
              <a:defRPr lang="fr-FR" sz="1600" b="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>
              <a:buFontTx/>
              <a:buNone/>
              <a:defRPr sz="1000">
                <a:solidFill>
                  <a:srgbClr val="000000"/>
                </a:solidFill>
              </a:defRPr>
            </a:lvl2pPr>
            <a:lvl3pPr indent="0">
              <a:buFontTx/>
              <a:buNone/>
              <a:defRPr/>
            </a:lvl3pPr>
            <a:lvl4pPr indent="0">
              <a:buFontTx/>
              <a:buNone/>
              <a:defRPr/>
            </a:lvl4pPr>
            <a:lvl5pPr indent="0">
              <a:buFontTx/>
              <a:buNone/>
              <a:defRPr/>
            </a:lvl5pPr>
          </a:lstStyle>
          <a:p>
            <a:pPr lvl="0"/>
            <a:r>
              <a:rPr lang="fr-FR"/>
              <a:t>NIVEAU 1 16pt CAP Rouge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D53A509A-E6E6-C340-8B89-8FE116A38A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2372" y="2099599"/>
            <a:ext cx="3641725" cy="345889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Tx/>
              <a:buNone/>
              <a:tabLst/>
              <a:defRPr lang="fr-FR" sz="1200" b="1" kern="1200">
                <a:solidFill>
                  <a:srgbClr val="4A4A4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>
              <a:buFontTx/>
              <a:buNone/>
              <a:defRPr sz="1000">
                <a:solidFill>
                  <a:srgbClr val="4A4A4A"/>
                </a:solidFill>
              </a:defRPr>
            </a:lvl2pPr>
            <a:lvl3pPr indent="0">
              <a:buFontTx/>
              <a:buNone/>
              <a:defRPr/>
            </a:lvl3pPr>
            <a:lvl4pPr indent="0">
              <a:buFontTx/>
              <a:buNone/>
              <a:defRPr/>
            </a:lvl4pPr>
            <a:lvl5pPr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Tx/>
              <a:buNone/>
              <a:tabLst/>
              <a:defRPr/>
            </a:pPr>
            <a:r>
              <a:rPr lang="fr-FR"/>
              <a:t>NIVEAU 2 16pt Gris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BF010E46-ED8C-704F-B853-08AAE5D1A6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2372" y="2641860"/>
            <a:ext cx="3641725" cy="345889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Tx/>
              <a:buNone/>
              <a:tabLst/>
              <a:defRPr lang="fr-FR" sz="1000" b="0" kern="1200">
                <a:solidFill>
                  <a:srgbClr val="4A4A4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>
              <a:buFontTx/>
              <a:buNone/>
              <a:defRPr sz="1000">
                <a:solidFill>
                  <a:srgbClr val="4A4A4A"/>
                </a:solidFill>
              </a:defRPr>
            </a:lvl2pPr>
            <a:lvl3pPr indent="0">
              <a:buFontTx/>
              <a:buNone/>
              <a:defRPr/>
            </a:lvl3pPr>
            <a:lvl4pPr indent="0">
              <a:buFontTx/>
              <a:buNone/>
              <a:defRPr/>
            </a:lvl4pPr>
            <a:lvl5pPr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Tx/>
              <a:buNone/>
              <a:tabLst/>
              <a:defRPr/>
            </a:pPr>
            <a:r>
              <a:rPr lang="fr-FR"/>
              <a:t>NIVEAU 3 10pt Gris</a:t>
            </a:r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BAD113DD-7C05-BC42-BB84-2841D38360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966" y="882559"/>
            <a:ext cx="11092171" cy="461819"/>
          </a:xfrm>
        </p:spPr>
        <p:txBody>
          <a:bodyPr vert="horz" lIns="0" tIns="0" rIns="0" bIns="0" rtlCol="0">
            <a:noAutofit/>
          </a:bodyPr>
          <a:lstStyle>
            <a:lvl1pPr>
              <a:defRPr lang="fr-FR" sz="2000" b="0">
                <a:solidFill>
                  <a:srgbClr val="4A4A4A"/>
                </a:solidFill>
              </a:defRPr>
            </a:lvl1pPr>
            <a:lvl2pPr>
              <a:defRPr lang="fr-FR"/>
            </a:lvl2pPr>
            <a:lvl3pPr>
              <a:defRPr lang="fr-FR"/>
            </a:lvl3pPr>
            <a:lvl4pPr>
              <a:defRPr lang="fr-FR"/>
            </a:lvl4pPr>
            <a:lvl5pPr>
              <a:defRPr lang="fr-FR"/>
            </a:lvl5pPr>
          </a:lstStyle>
          <a:p>
            <a:pPr marL="0" lvl="0" indent="0">
              <a:spcAft>
                <a:spcPts val="600"/>
              </a:spcAft>
              <a:buNone/>
            </a:pPr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9953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  <p15:guide id="2" orient="horz" pos="30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nua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92440CAB-0EA1-6C22-6B75-46D10F5D1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33954" y="2084064"/>
            <a:ext cx="6857989" cy="1502783"/>
          </a:xfrm>
          <a:prstGeom prst="roundRect">
            <a:avLst>
              <a:gd name="adj" fmla="val 0"/>
            </a:avLst>
          </a:prstGeom>
          <a:solidFill>
            <a:srgbClr val="E3DEEC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17B0E0-3A9D-A557-95B1-7F396B54BA84}"/>
              </a:ext>
            </a:extLst>
          </p:cNvPr>
          <p:cNvSpPr/>
          <p:nvPr userDrawn="1"/>
        </p:nvSpPr>
        <p:spPr>
          <a:xfrm>
            <a:off x="0" y="0"/>
            <a:ext cx="12192000" cy="944563"/>
          </a:xfrm>
          <a:prstGeom prst="rect">
            <a:avLst/>
          </a:prstGeom>
          <a:gradFill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2700000" scaled="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7F65023-E423-A0B6-9C01-EE37816C2015}"/>
              </a:ext>
            </a:extLst>
          </p:cNvPr>
          <p:cNvSpPr txBox="1"/>
          <p:nvPr userDrawn="1"/>
        </p:nvSpPr>
        <p:spPr>
          <a:xfrm>
            <a:off x="278185" y="1174033"/>
            <a:ext cx="442210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600" b="1">
                <a:solidFill>
                  <a:srgbClr val="000000"/>
                </a:solidFill>
                <a:latin typeface="+mj-lt"/>
              </a:rPr>
              <a:t>Welcome to this guide to using </a:t>
            </a:r>
            <a:br>
              <a:rPr lang="en-GB" sz="1600" b="1">
                <a:solidFill>
                  <a:srgbClr val="000000"/>
                </a:solidFill>
                <a:latin typeface="+mj-lt"/>
              </a:rPr>
            </a:br>
            <a:r>
              <a:rPr lang="en-GB" sz="1600" b="1">
                <a:solidFill>
                  <a:srgbClr val="000000"/>
                </a:solidFill>
                <a:latin typeface="+mj-lt"/>
              </a:rPr>
              <a:t>PowerPoint templates!</a:t>
            </a:r>
            <a:endParaRPr lang="en-GB" sz="800" b="1">
              <a:solidFill>
                <a:srgbClr val="000000"/>
              </a:solidFill>
              <a:latin typeface="+mj-lt"/>
            </a:endParaRPr>
          </a:p>
          <a:p>
            <a:pPr algn="l">
              <a:spcBef>
                <a:spcPts val="600"/>
              </a:spcBef>
            </a:pPr>
            <a:endParaRPr lang="en-GB" sz="800">
              <a:solidFill>
                <a:srgbClr val="2A1449"/>
              </a:solidFill>
            </a:endParaRPr>
          </a:p>
          <a:p>
            <a:pPr algn="l">
              <a:spcBef>
                <a:spcPts val="600"/>
              </a:spcBef>
            </a:pPr>
            <a:r>
              <a:rPr lang="en-GB" sz="1600"/>
              <a:t>Whether you're a beginner or an experienced user, this manual will help you understand </a:t>
            </a:r>
            <a:br>
              <a:rPr lang="en-GB" sz="1600"/>
            </a:br>
            <a:r>
              <a:rPr lang="en-GB" sz="1600"/>
              <a:t>how to use templates effectively to create professional, impactful presentations. </a:t>
            </a:r>
            <a:endParaRPr lang="en-GB" sz="800"/>
          </a:p>
          <a:p>
            <a:pPr algn="l">
              <a:spcBef>
                <a:spcPts val="600"/>
              </a:spcBef>
            </a:pPr>
            <a:endParaRPr lang="en-GB" sz="800"/>
          </a:p>
          <a:p>
            <a:pPr algn="l">
              <a:spcBef>
                <a:spcPts val="600"/>
              </a:spcBef>
            </a:pPr>
            <a:r>
              <a:rPr lang="en-GB" sz="1600"/>
              <a:t>Follow these simple steps to quickly master </a:t>
            </a:r>
            <a:br>
              <a:rPr lang="en-GB" sz="1600"/>
            </a:br>
            <a:r>
              <a:rPr lang="en-GB" sz="1600"/>
              <a:t>the use of templates.</a:t>
            </a:r>
          </a:p>
        </p:txBody>
      </p:sp>
      <p:sp>
        <p:nvSpPr>
          <p:cNvPr id="8" name="Rounded Rectangle 12">
            <a:extLst>
              <a:ext uri="{FF2B5EF4-FFF2-40B4-BE49-F238E27FC236}">
                <a16:creationId xmlns:a16="http://schemas.microsoft.com/office/drawing/2014/main" id="{90E6C7E1-A4E0-DAD6-635A-1BB3C9032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33954" y="1149868"/>
            <a:ext cx="6857991" cy="984235"/>
          </a:xfrm>
          <a:prstGeom prst="roundRect">
            <a:avLst>
              <a:gd name="adj" fmla="val 0"/>
            </a:avLst>
          </a:prstGeom>
          <a:solidFill>
            <a:srgbClr val="FDECD9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AA1E2FB-D61B-6962-F467-38386B02D6D3}"/>
              </a:ext>
            </a:extLst>
          </p:cNvPr>
          <p:cNvSpPr txBox="1"/>
          <p:nvPr userDrawn="1"/>
        </p:nvSpPr>
        <p:spPr>
          <a:xfrm>
            <a:off x="4995568" y="1245054"/>
            <a:ext cx="2395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400" b="1">
                <a:solidFill>
                  <a:srgbClr val="2A1449"/>
                </a:solidFill>
              </a:rPr>
              <a:t>How do I open a model?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FE760E4-32CF-0EC4-C144-28AF7C01CB2C}"/>
              </a:ext>
            </a:extLst>
          </p:cNvPr>
          <p:cNvCxnSpPr>
            <a:cxnSpLocks/>
          </p:cNvCxnSpPr>
          <p:nvPr userDrawn="1"/>
        </p:nvCxnSpPr>
        <p:spPr>
          <a:xfrm>
            <a:off x="7557234" y="1245054"/>
            <a:ext cx="0" cy="753840"/>
          </a:xfrm>
          <a:prstGeom prst="line">
            <a:avLst/>
          </a:prstGeom>
          <a:ln>
            <a:solidFill>
              <a:srgbClr val="2A1449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C543351A-C00F-A5A9-90B5-A8D8817DAEE5}"/>
              </a:ext>
            </a:extLst>
          </p:cNvPr>
          <p:cNvSpPr txBox="1"/>
          <p:nvPr userDrawn="1"/>
        </p:nvSpPr>
        <p:spPr>
          <a:xfrm>
            <a:off x="7924801" y="1223964"/>
            <a:ext cx="38760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Open PowerPoint or the Brand Centre (PowerPoint Templates)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C6C58C8-9C3A-6E83-BB58-B9C329CC177D}"/>
              </a:ext>
            </a:extLst>
          </p:cNvPr>
          <p:cNvSpPr txBox="1"/>
          <p:nvPr userDrawn="1"/>
        </p:nvSpPr>
        <p:spPr>
          <a:xfrm>
            <a:off x="7924801" y="1521006"/>
            <a:ext cx="27291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Go to the </a:t>
            </a:r>
            <a:r>
              <a:rPr lang="en-GB" sz="1050" b="1">
                <a:solidFill>
                  <a:srgbClr val="4D1D82"/>
                </a:solidFill>
              </a:rPr>
              <a:t>“File” </a:t>
            </a:r>
            <a:r>
              <a:rPr lang="en-GB" sz="1050">
                <a:solidFill>
                  <a:schemeClr val="tx1"/>
                </a:solidFill>
              </a:rPr>
              <a:t>tab, then click on </a:t>
            </a:r>
            <a:r>
              <a:rPr lang="en-GB" sz="1050" b="1">
                <a:solidFill>
                  <a:srgbClr val="4D1D82"/>
                </a:solidFill>
              </a:rPr>
              <a:t>“New”.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96D3FB4-CED0-3477-DD10-CEA780DC56C3}"/>
              </a:ext>
            </a:extLst>
          </p:cNvPr>
          <p:cNvSpPr txBox="1">
            <a:spLocks/>
          </p:cNvSpPr>
          <p:nvPr userDrawn="1"/>
        </p:nvSpPr>
        <p:spPr>
          <a:xfrm>
            <a:off x="7924802" y="1818049"/>
            <a:ext cx="31029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 b="1">
                <a:solidFill>
                  <a:srgbClr val="4D1D82"/>
                </a:solidFill>
              </a:rPr>
              <a:t>Choose a template </a:t>
            </a:r>
            <a:r>
              <a:rPr lang="en-GB" sz="1050">
                <a:solidFill>
                  <a:schemeClr val="tx1"/>
                </a:solidFill>
              </a:rPr>
              <a:t>from the available models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8A41296-8140-112B-AF77-3600D97B3B0F}"/>
              </a:ext>
            </a:extLst>
          </p:cNvPr>
          <p:cNvSpPr txBox="1"/>
          <p:nvPr userDrawn="1"/>
        </p:nvSpPr>
        <p:spPr>
          <a:xfrm>
            <a:off x="4933951" y="2261556"/>
            <a:ext cx="2609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400" b="1">
                <a:solidFill>
                  <a:srgbClr val="2A1449"/>
                </a:solidFill>
              </a:rPr>
              <a:t>How do I paste slides from another presentation?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05EA303-BB22-90F4-1425-2191C1183CA1}"/>
              </a:ext>
            </a:extLst>
          </p:cNvPr>
          <p:cNvCxnSpPr>
            <a:cxnSpLocks/>
          </p:cNvCxnSpPr>
          <p:nvPr userDrawn="1"/>
        </p:nvCxnSpPr>
        <p:spPr>
          <a:xfrm>
            <a:off x="7557234" y="2368428"/>
            <a:ext cx="0" cy="934054"/>
          </a:xfrm>
          <a:prstGeom prst="line">
            <a:avLst/>
          </a:prstGeom>
          <a:ln>
            <a:solidFill>
              <a:srgbClr val="2A1449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800C025F-0E9F-3F9D-4867-EFF4E509A9E7}"/>
              </a:ext>
            </a:extLst>
          </p:cNvPr>
          <p:cNvSpPr txBox="1"/>
          <p:nvPr userDrawn="1"/>
        </p:nvSpPr>
        <p:spPr>
          <a:xfrm>
            <a:off x="7625062" y="2211918"/>
            <a:ext cx="410973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 b="1">
                <a:solidFill>
                  <a:srgbClr val="4D1D82"/>
                </a:solidFill>
              </a:rPr>
              <a:t>If you wish to copy/paste one or more slides from an older presentation </a:t>
            </a:r>
            <a:r>
              <a:rPr lang="en-GB" sz="1050">
                <a:solidFill>
                  <a:schemeClr val="tx1"/>
                </a:solidFill>
              </a:rPr>
              <a:t>from another PowerPoint document and apply the formatting (fonts, colours, template)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55BDBE-6FC0-EA97-048E-A2A99B5466B7}"/>
              </a:ext>
            </a:extLst>
          </p:cNvPr>
          <p:cNvSpPr>
            <a:spLocks noChangeAspect="1"/>
          </p:cNvSpPr>
          <p:nvPr userDrawn="1"/>
        </p:nvSpPr>
        <p:spPr>
          <a:xfrm>
            <a:off x="7720303" y="1260922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C88E90C-36B4-4F00-3CF8-5D8AF2C3631B}"/>
              </a:ext>
            </a:extLst>
          </p:cNvPr>
          <p:cNvSpPr txBox="1"/>
          <p:nvPr userDrawn="1"/>
        </p:nvSpPr>
        <p:spPr>
          <a:xfrm>
            <a:off x="7924801" y="2886372"/>
            <a:ext cx="38861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Copy/paste the slide(s) from your other PowerPoint document</a:t>
            </a:r>
            <a:endParaRPr lang="en-GB" sz="1050" b="1">
              <a:solidFill>
                <a:srgbClr val="2A1449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5B30781-55C2-0914-AB12-FA4F35BE8C59}"/>
              </a:ext>
            </a:extLst>
          </p:cNvPr>
          <p:cNvSpPr txBox="1"/>
          <p:nvPr userDrawn="1"/>
        </p:nvSpPr>
        <p:spPr>
          <a:xfrm>
            <a:off x="7924801" y="3164487"/>
            <a:ext cx="38154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 b="0">
                <a:solidFill>
                  <a:srgbClr val="2A1449"/>
                </a:solidFill>
              </a:rPr>
              <a:t>In the new layout: select the location, then paste options and finally </a:t>
            </a:r>
            <a:r>
              <a:rPr lang="en-GB" sz="1050" b="1">
                <a:solidFill>
                  <a:schemeClr val="accent6"/>
                </a:solidFill>
              </a:rPr>
              <a:t>“use destination theme”.</a:t>
            </a:r>
            <a:endParaRPr lang="en-GB" sz="1050">
              <a:solidFill>
                <a:schemeClr val="accent6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96042A-74E8-325A-EC56-1392E6EF846D}"/>
              </a:ext>
            </a:extLst>
          </p:cNvPr>
          <p:cNvSpPr>
            <a:spLocks noChangeAspect="1"/>
          </p:cNvSpPr>
          <p:nvPr userDrawn="1"/>
        </p:nvSpPr>
        <p:spPr>
          <a:xfrm>
            <a:off x="7720303" y="1550595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3E2EC8-3546-2095-AB72-C753524B358C}"/>
              </a:ext>
            </a:extLst>
          </p:cNvPr>
          <p:cNvSpPr>
            <a:spLocks noChangeAspect="1"/>
          </p:cNvSpPr>
          <p:nvPr userDrawn="1"/>
        </p:nvSpPr>
        <p:spPr>
          <a:xfrm>
            <a:off x="7720303" y="1855007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0C7EEB-F15A-BE3C-D454-2AF9CC3A6638}"/>
              </a:ext>
            </a:extLst>
          </p:cNvPr>
          <p:cNvSpPr>
            <a:spLocks noChangeAspect="1"/>
          </p:cNvSpPr>
          <p:nvPr userDrawn="1"/>
        </p:nvSpPr>
        <p:spPr>
          <a:xfrm>
            <a:off x="7717779" y="2914514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2F83E0-3F61-2757-47D5-9D30DC6F255C}"/>
              </a:ext>
            </a:extLst>
          </p:cNvPr>
          <p:cNvSpPr>
            <a:spLocks noChangeAspect="1"/>
          </p:cNvSpPr>
          <p:nvPr userDrawn="1"/>
        </p:nvSpPr>
        <p:spPr>
          <a:xfrm>
            <a:off x="7717779" y="3204187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949ABF07-8FDD-7414-0606-A0D8A6A59D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1748" y="3683747"/>
            <a:ext cx="6542400" cy="2521304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711B61A6-34EC-A91C-6F6E-9238EF3F9D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8355" y="4118150"/>
            <a:ext cx="1698430" cy="204322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4592DDE-94AE-3820-24F6-E6B123E2C9D6}"/>
              </a:ext>
            </a:extLst>
          </p:cNvPr>
          <p:cNvSpPr/>
          <p:nvPr userDrawn="1"/>
        </p:nvSpPr>
        <p:spPr>
          <a:xfrm>
            <a:off x="5105400" y="3886200"/>
            <a:ext cx="304800" cy="304800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00EF806-45F7-E426-19FE-E92584B15854}"/>
              </a:ext>
            </a:extLst>
          </p:cNvPr>
          <p:cNvSpPr txBox="1"/>
          <p:nvPr userDrawn="1"/>
        </p:nvSpPr>
        <p:spPr>
          <a:xfrm>
            <a:off x="7738241" y="1212452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1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29AC7D1-1C11-B2C6-C58D-2A7217F909E7}"/>
              </a:ext>
            </a:extLst>
          </p:cNvPr>
          <p:cNvSpPr txBox="1"/>
          <p:nvPr userDrawn="1"/>
        </p:nvSpPr>
        <p:spPr>
          <a:xfrm>
            <a:off x="7729478" y="1505490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2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90E7471-32CC-415D-20E7-2A0028D24474}"/>
              </a:ext>
            </a:extLst>
          </p:cNvPr>
          <p:cNvSpPr txBox="1"/>
          <p:nvPr userDrawn="1"/>
        </p:nvSpPr>
        <p:spPr>
          <a:xfrm>
            <a:off x="7722671" y="1792763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3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BC52DBF-AFF0-EF5F-B37A-426BD49F79F1}"/>
              </a:ext>
            </a:extLst>
          </p:cNvPr>
          <p:cNvSpPr txBox="1"/>
          <p:nvPr userDrawn="1"/>
        </p:nvSpPr>
        <p:spPr>
          <a:xfrm>
            <a:off x="7716242" y="2853567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1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3D756ED-EDD5-9133-ED15-6FF4B92024C4}"/>
              </a:ext>
            </a:extLst>
          </p:cNvPr>
          <p:cNvSpPr txBox="1"/>
          <p:nvPr userDrawn="1"/>
        </p:nvSpPr>
        <p:spPr>
          <a:xfrm>
            <a:off x="7724234" y="3152001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2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DC6C6E4-FB16-96CD-FD08-D777D77793FA}"/>
              </a:ext>
            </a:extLst>
          </p:cNvPr>
          <p:cNvSpPr txBox="1"/>
          <p:nvPr userDrawn="1"/>
        </p:nvSpPr>
        <p:spPr>
          <a:xfrm>
            <a:off x="278185" y="210671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2800" b="0" noProof="0">
                <a:solidFill>
                  <a:schemeClr val="bg2"/>
                </a:solidFill>
                <a:latin typeface="+mj-lt"/>
              </a:rPr>
              <a:t>PowerPoint templates user manual</a:t>
            </a:r>
            <a:endParaRPr lang="fr-FR" sz="2800" b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30551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09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5">
            <a:extLst>
              <a:ext uri="{FF2B5EF4-FFF2-40B4-BE49-F238E27FC236}">
                <a16:creationId xmlns:a16="http://schemas.microsoft.com/office/drawing/2014/main" id="{CEC8FCF2-3DA2-359D-ECFD-20531A2C6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000710"/>
            <a:ext cx="12192000" cy="5857290"/>
          </a:xfrm>
          <a:prstGeom prst="rect">
            <a:avLst/>
          </a:prstGeom>
          <a:solidFill>
            <a:schemeClr val="bg1"/>
          </a:solidFill>
        </p:spPr>
        <p:txBody>
          <a:bodyPr lIns="360000" tIns="3240000" rIns="360000"/>
          <a:lstStyle>
            <a:lvl1pPr algn="ctr">
              <a:buNone/>
              <a:defRPr sz="1400"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A1EB7A-33A4-4542-DA6A-971A7E173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52295" y="-5104987"/>
            <a:ext cx="87411" cy="12192000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4" name="Titre 1">
            <a:extLst>
              <a:ext uri="{FF2B5EF4-FFF2-40B4-BE49-F238E27FC236}">
                <a16:creationId xmlns:a16="http://schemas.microsoft.com/office/drawing/2014/main" id="{D898C4C4-B6C6-0FCF-0674-D2A17C1940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4731" y="3298785"/>
            <a:ext cx="5517669" cy="1107996"/>
          </a:xfrm>
          <a:effectLst/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000" b="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GB" noProof="0"/>
              <a:t>Click to edit presentation’s title </a:t>
            </a:r>
          </a:p>
        </p:txBody>
      </p:sp>
      <p:sp>
        <p:nvSpPr>
          <p:cNvPr id="75" name="Sous-titre 2">
            <a:extLst>
              <a:ext uri="{FF2B5EF4-FFF2-40B4-BE49-F238E27FC236}">
                <a16:creationId xmlns:a16="http://schemas.microsoft.com/office/drawing/2014/main" id="{A78A6CCC-C8EC-08D0-129D-F33F4C6D74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4731" y="4761404"/>
            <a:ext cx="5511189" cy="275973"/>
          </a:xfrm>
          <a:prstGeom prst="rect">
            <a:avLst/>
          </a:prstGeom>
          <a:effectLst/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800" b="0" cap="none" baseline="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Click to edit presentation subtitle</a:t>
            </a:r>
          </a:p>
        </p:txBody>
      </p:sp>
      <p:cxnSp>
        <p:nvCxnSpPr>
          <p:cNvPr id="76" name="Connecteur droit 5">
            <a:extLst>
              <a:ext uri="{FF2B5EF4-FFF2-40B4-BE49-F238E27FC236}">
                <a16:creationId xmlns:a16="http://schemas.microsoft.com/office/drawing/2014/main" id="{7D496BDA-5C01-73BC-CB1A-CC74FCE79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64731" y="4580925"/>
            <a:ext cx="5511189" cy="0"/>
          </a:xfrm>
          <a:prstGeom prst="line">
            <a:avLst/>
          </a:prstGeom>
          <a:ln w="25400" cap="rnd">
            <a:solidFill>
              <a:schemeClr val="bg2"/>
            </a:solidFill>
          </a:ln>
          <a:effectLst>
            <a:outerShdw blurRad="50800" dist="12700" dir="2700000" algn="tl" rotWithShape="0">
              <a:schemeClr val="accent6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13" descr="The world is how we shape it&#10;traduction: le monde est tel que nous le façonons">
            <a:extLst>
              <a:ext uri="{FF2B5EF4-FFF2-40B4-BE49-F238E27FC236}">
                <a16:creationId xmlns:a16="http://schemas.microsoft.com/office/drawing/2014/main" id="{8E28A6A6-EC10-3977-C864-78C30F7E72C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541"/>
          <a:stretch/>
        </p:blipFill>
        <p:spPr>
          <a:xfrm>
            <a:off x="550862" y="401334"/>
            <a:ext cx="2647421" cy="24160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BAE5CDE-01D6-386F-8A30-62CA03F83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595411" y="0"/>
            <a:ext cx="1395690" cy="6248400"/>
            <a:chOff x="12440475" y="-252249"/>
            <a:chExt cx="2287511" cy="7115664"/>
          </a:xfrm>
        </p:grpSpPr>
        <p:sp>
          <p:nvSpPr>
            <p:cNvPr id="3" name="Colours&#10;Colours&#10;COLOURS">
              <a:extLst>
                <a:ext uri="{FF2B5EF4-FFF2-40B4-BE49-F238E27FC236}">
                  <a16:creationId xmlns:a16="http://schemas.microsoft.com/office/drawing/2014/main" id="{D1DC3353-C057-AE2E-6ADF-FF93FD599D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0480" y="-252249"/>
              <a:ext cx="58189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Colours</a:t>
              </a:r>
            </a:p>
          </p:txBody>
        </p:sp>
        <p:sp>
          <p:nvSpPr>
            <p:cNvPr id="9" name="GRADIENT">
              <a:extLst>
                <a:ext uri="{FF2B5EF4-FFF2-40B4-BE49-F238E27FC236}">
                  <a16:creationId xmlns:a16="http://schemas.microsoft.com/office/drawing/2014/main" id="{6DE2CDBD-A955-BBBA-EBAA-5C348D3D3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0477" y="94857"/>
              <a:ext cx="67005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Gradient</a:t>
              </a:r>
            </a:p>
          </p:txBody>
        </p:sp>
        <p:sp>
          <p:nvSpPr>
            <p:cNvPr id="12" name="Ellipse 1">
              <a:extLst>
                <a:ext uri="{FF2B5EF4-FFF2-40B4-BE49-F238E27FC236}">
                  <a16:creationId xmlns:a16="http://schemas.microsoft.com/office/drawing/2014/main" id="{702FD255-3AF0-B2D0-9EFB-C2B558A7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40475" y="441962"/>
              <a:ext cx="950503" cy="209557"/>
            </a:xfrm>
            <a:prstGeom prst="roundRect">
              <a:avLst/>
            </a:prstGeom>
            <a:gradFill flip="none" rotWithShape="1">
              <a:gsLst>
                <a:gs pos="14000">
                  <a:srgbClr val="8B1D82"/>
                </a:gs>
                <a:gs pos="0">
                  <a:srgbClr val="4D1D82"/>
                </a:gs>
                <a:gs pos="50000">
                  <a:srgbClr val="CF022B"/>
                </a:gs>
                <a:gs pos="100000">
                  <a:srgbClr val="F07D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3" name="PURPULE DARK">
              <a:extLst>
                <a:ext uri="{FF2B5EF4-FFF2-40B4-BE49-F238E27FC236}">
                  <a16:creationId xmlns:a16="http://schemas.microsoft.com/office/drawing/2014/main" id="{7AF4C2CB-5555-8E53-C436-38DE38F00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814275" y="94857"/>
              <a:ext cx="91371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Purple Dark</a:t>
              </a:r>
            </a:p>
          </p:txBody>
        </p:sp>
        <p:sp>
          <p:nvSpPr>
            <p:cNvPr id="14" name="Ellipse 2">
              <a:extLst>
                <a:ext uri="{FF2B5EF4-FFF2-40B4-BE49-F238E27FC236}">
                  <a16:creationId xmlns:a16="http://schemas.microsoft.com/office/drawing/2014/main" id="{5D8739A0-61BE-8DE1-FEC4-3B432FA40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3523665" y="425972"/>
              <a:ext cx="950503" cy="209557"/>
            </a:xfrm>
            <a:prstGeom prst="roundRect">
              <a:avLst/>
            </a:prstGeom>
            <a:solidFill>
              <a:srgbClr val="2A1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5" name="BLACK">
              <a:extLst>
                <a:ext uri="{FF2B5EF4-FFF2-40B4-BE49-F238E27FC236}">
                  <a16:creationId xmlns:a16="http://schemas.microsoft.com/office/drawing/2014/main" id="{3F20A7B0-B18C-69A2-5BF1-0F8EAB169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3608" y="730250"/>
              <a:ext cx="418384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Black</a:t>
              </a:r>
            </a:p>
          </p:txBody>
        </p:sp>
        <p:sp>
          <p:nvSpPr>
            <p:cNvPr id="16" name="Ellipse 3">
              <a:extLst>
                <a:ext uri="{FF2B5EF4-FFF2-40B4-BE49-F238E27FC236}">
                  <a16:creationId xmlns:a16="http://schemas.microsoft.com/office/drawing/2014/main" id="{395164B9-0C2F-D297-5B68-CDF4F316F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43608" y="1001719"/>
              <a:ext cx="950503" cy="209557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7" name="WHITE">
              <a:extLst>
                <a:ext uri="{FF2B5EF4-FFF2-40B4-BE49-F238E27FC236}">
                  <a16:creationId xmlns:a16="http://schemas.microsoft.com/office/drawing/2014/main" id="{2BF750A7-FE2E-FEED-BCC9-84380909B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526793" y="732147"/>
              <a:ext cx="458459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White</a:t>
              </a:r>
            </a:p>
          </p:txBody>
        </p:sp>
        <p:sp>
          <p:nvSpPr>
            <p:cNvPr id="18" name="ELLIPSE_WHITE">
              <a:extLst>
                <a:ext uri="{FF2B5EF4-FFF2-40B4-BE49-F238E27FC236}">
                  <a16:creationId xmlns:a16="http://schemas.microsoft.com/office/drawing/2014/main" id="{626BFB77-1C5D-ED9D-BB36-F189E23E0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3526793" y="1003616"/>
              <a:ext cx="950503" cy="20955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9" name="PURPULE">
              <a:extLst>
                <a:ext uri="{FF2B5EF4-FFF2-40B4-BE49-F238E27FC236}">
                  <a16:creationId xmlns:a16="http://schemas.microsoft.com/office/drawing/2014/main" id="{723DF237-CDD0-843E-8110-3199199A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6355" y="1342855"/>
              <a:ext cx="71980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Purple</a:t>
              </a:r>
            </a:p>
          </p:txBody>
        </p:sp>
        <p:sp>
          <p:nvSpPr>
            <p:cNvPr id="20" name="Ellipse_4_100%">
              <a:extLst>
                <a:ext uri="{FF2B5EF4-FFF2-40B4-BE49-F238E27FC236}">
                  <a16:creationId xmlns:a16="http://schemas.microsoft.com/office/drawing/2014/main" id="{2CFC20FD-2C9C-47D7-2A32-CD1BA2AB7D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1614324"/>
              <a:ext cx="950503" cy="209557"/>
            </a:xfrm>
            <a:prstGeom prst="roundRect">
              <a:avLst/>
            </a:prstGeom>
            <a:solidFill>
              <a:srgbClr val="4D1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1" name="100%">
              <a:extLst>
                <a:ext uri="{FF2B5EF4-FFF2-40B4-BE49-F238E27FC236}">
                  <a16:creationId xmlns:a16="http://schemas.microsoft.com/office/drawing/2014/main" id="{74E54F5F-0AFE-1A34-C168-372E23236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1677687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22" name="Ellipse_4_80%">
              <a:extLst>
                <a:ext uri="{FF2B5EF4-FFF2-40B4-BE49-F238E27FC236}">
                  <a16:creationId xmlns:a16="http://schemas.microsoft.com/office/drawing/2014/main" id="{E581C454-6518-70DD-8951-3C85F873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1858786"/>
              <a:ext cx="950503" cy="180000"/>
            </a:xfrm>
            <a:prstGeom prst="roundRect">
              <a:avLst/>
            </a:prstGeom>
            <a:solidFill>
              <a:srgbClr val="6C4D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3" name="80%">
              <a:extLst>
                <a:ext uri="{FF2B5EF4-FFF2-40B4-BE49-F238E27FC236}">
                  <a16:creationId xmlns:a16="http://schemas.microsoft.com/office/drawing/2014/main" id="{07D54F76-E0D2-3AF8-DC9B-90E78BBBF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189259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 dirty="0"/>
                <a:t>80%</a:t>
              </a:r>
            </a:p>
          </p:txBody>
        </p:sp>
        <p:sp>
          <p:nvSpPr>
            <p:cNvPr id="24" name="Ellipse_4_60%">
              <a:extLst>
                <a:ext uri="{FF2B5EF4-FFF2-40B4-BE49-F238E27FC236}">
                  <a16:creationId xmlns:a16="http://schemas.microsoft.com/office/drawing/2014/main" id="{2BFA7B26-2897-3213-50CD-3EAD24494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073691"/>
              <a:ext cx="950503" cy="144000"/>
            </a:xfrm>
            <a:prstGeom prst="roundRect">
              <a:avLst/>
            </a:prstGeom>
            <a:solidFill>
              <a:srgbClr val="917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5" name="60%">
              <a:extLst>
                <a:ext uri="{FF2B5EF4-FFF2-40B4-BE49-F238E27FC236}">
                  <a16:creationId xmlns:a16="http://schemas.microsoft.com/office/drawing/2014/main" id="{C2F459E8-B462-FF83-05F4-94E294FA1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07149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26" name="Ellipse_4_40%">
              <a:extLst>
                <a:ext uri="{FF2B5EF4-FFF2-40B4-BE49-F238E27FC236}">
                  <a16:creationId xmlns:a16="http://schemas.microsoft.com/office/drawing/2014/main" id="{3B5118AA-FDF2-DB66-8C66-C1F88C2CA8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252596"/>
              <a:ext cx="950503" cy="108000"/>
            </a:xfrm>
            <a:prstGeom prst="roundRect">
              <a:avLst/>
            </a:prstGeom>
            <a:solidFill>
              <a:srgbClr val="B5A6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7" name="40%">
              <a:extLst>
                <a:ext uri="{FF2B5EF4-FFF2-40B4-BE49-F238E27FC236}">
                  <a16:creationId xmlns:a16="http://schemas.microsoft.com/office/drawing/2014/main" id="{0A734148-479F-40D3-2D7C-676245BF7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21440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28" name="Ellipse_4_20%">
              <a:extLst>
                <a:ext uri="{FF2B5EF4-FFF2-40B4-BE49-F238E27FC236}">
                  <a16:creationId xmlns:a16="http://schemas.microsoft.com/office/drawing/2014/main" id="{4B64309F-E0F4-0B2C-BB94-CD5E1674B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393666"/>
              <a:ext cx="950503" cy="90000"/>
            </a:xfrm>
            <a:prstGeom prst="roundRect">
              <a:avLst/>
            </a:prstGeom>
            <a:solidFill>
              <a:srgbClr val="DAD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9" name="20%">
              <a:extLst>
                <a:ext uri="{FF2B5EF4-FFF2-40B4-BE49-F238E27FC236}">
                  <a16:creationId xmlns:a16="http://schemas.microsoft.com/office/drawing/2014/main" id="{189D5E9F-C1E9-A28D-A19A-1A57ECD394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369416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30" name="Ellipse_4_15%">
              <a:extLst>
                <a:ext uri="{FF2B5EF4-FFF2-40B4-BE49-F238E27FC236}">
                  <a16:creationId xmlns:a16="http://schemas.microsoft.com/office/drawing/2014/main" id="{DD31ACD0-B3E6-DE98-7367-5A2DAF55F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525411"/>
              <a:ext cx="950503" cy="72000"/>
            </a:xfrm>
            <a:prstGeom prst="roundRect">
              <a:avLst/>
            </a:prstGeom>
            <a:solidFill>
              <a:srgbClr val="E3D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1" name="15%">
              <a:extLst>
                <a:ext uri="{FF2B5EF4-FFF2-40B4-BE49-F238E27FC236}">
                  <a16:creationId xmlns:a16="http://schemas.microsoft.com/office/drawing/2014/main" id="{F07F981B-0387-95A4-0FFE-050F19ED3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492161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32" name="CLEAR PURPLE">
              <a:extLst>
                <a:ext uri="{FF2B5EF4-FFF2-40B4-BE49-F238E27FC236}">
                  <a16:creationId xmlns:a16="http://schemas.microsoft.com/office/drawing/2014/main" id="{8F43C20A-A698-DEA5-54A0-EBE027D25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6354" y="2751758"/>
              <a:ext cx="937757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Clear Purple</a:t>
              </a:r>
            </a:p>
          </p:txBody>
        </p:sp>
        <p:sp>
          <p:nvSpPr>
            <p:cNvPr id="33" name="Ellipse_5_100%">
              <a:extLst>
                <a:ext uri="{FF2B5EF4-FFF2-40B4-BE49-F238E27FC236}">
                  <a16:creationId xmlns:a16="http://schemas.microsoft.com/office/drawing/2014/main" id="{D8BD5546-79BF-C9C4-C2E9-DF2A73B59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023227"/>
              <a:ext cx="950503" cy="209557"/>
            </a:xfrm>
            <a:prstGeom prst="roundRect">
              <a:avLst/>
            </a:prstGeom>
            <a:solidFill>
              <a:srgbClr val="8B1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4" name="100%">
              <a:extLst>
                <a:ext uri="{FF2B5EF4-FFF2-40B4-BE49-F238E27FC236}">
                  <a16:creationId xmlns:a16="http://schemas.microsoft.com/office/drawing/2014/main" id="{87184AF2-55F0-1CDC-C2E9-746653292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086590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35" name="Ellipse_5_80%">
              <a:extLst>
                <a:ext uri="{FF2B5EF4-FFF2-40B4-BE49-F238E27FC236}">
                  <a16:creationId xmlns:a16="http://schemas.microsoft.com/office/drawing/2014/main" id="{4D7EDB9D-9542-948F-1BF4-F671E0717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267689"/>
              <a:ext cx="950503" cy="180000"/>
            </a:xfrm>
            <a:prstGeom prst="roundRect">
              <a:avLst/>
            </a:prstGeom>
            <a:solidFill>
              <a:srgbClr val="A24A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6" name="80%">
              <a:extLst>
                <a:ext uri="{FF2B5EF4-FFF2-40B4-BE49-F238E27FC236}">
                  <a16:creationId xmlns:a16="http://schemas.microsoft.com/office/drawing/2014/main" id="{817B3C7B-B9DD-77A2-0AA6-DECAFA777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301495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37" name="Ellipse_5_60%">
              <a:extLst>
                <a:ext uri="{FF2B5EF4-FFF2-40B4-BE49-F238E27FC236}">
                  <a16:creationId xmlns:a16="http://schemas.microsoft.com/office/drawing/2014/main" id="{C8B28A05-01EE-1D2A-EA79-EB416BF7E0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482594"/>
              <a:ext cx="950503" cy="144000"/>
            </a:xfrm>
            <a:prstGeom prst="roundRect">
              <a:avLst/>
            </a:prstGeom>
            <a:solidFill>
              <a:srgbClr val="B977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8" name="60%">
              <a:extLst>
                <a:ext uri="{FF2B5EF4-FFF2-40B4-BE49-F238E27FC236}">
                  <a16:creationId xmlns:a16="http://schemas.microsoft.com/office/drawing/2014/main" id="{2EAEE631-AFE8-9D08-62BD-07AEA5F38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480400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39" name="Ellipse_5_40%">
              <a:extLst>
                <a:ext uri="{FF2B5EF4-FFF2-40B4-BE49-F238E27FC236}">
                  <a16:creationId xmlns:a16="http://schemas.microsoft.com/office/drawing/2014/main" id="{C154E64D-F092-B47D-95AA-837A0211F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661499"/>
              <a:ext cx="950503" cy="108000"/>
            </a:xfrm>
            <a:prstGeom prst="roundRect">
              <a:avLst/>
            </a:prstGeom>
            <a:solidFill>
              <a:srgbClr val="D1A5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0" name="40%">
              <a:extLst>
                <a:ext uri="{FF2B5EF4-FFF2-40B4-BE49-F238E27FC236}">
                  <a16:creationId xmlns:a16="http://schemas.microsoft.com/office/drawing/2014/main" id="{93405399-E25D-C6C7-7803-F5F574A8E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623305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41" name="Ellipse_5_20%">
              <a:extLst>
                <a:ext uri="{FF2B5EF4-FFF2-40B4-BE49-F238E27FC236}">
                  <a16:creationId xmlns:a16="http://schemas.microsoft.com/office/drawing/2014/main" id="{2A113AC0-E74D-B97A-06EE-FF144232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802569"/>
              <a:ext cx="950503" cy="90000"/>
            </a:xfrm>
            <a:prstGeom prst="roundRect">
              <a:avLst/>
            </a:prstGeom>
            <a:solidFill>
              <a:srgbClr val="E8D2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2" name="20%">
              <a:extLst>
                <a:ext uri="{FF2B5EF4-FFF2-40B4-BE49-F238E27FC236}">
                  <a16:creationId xmlns:a16="http://schemas.microsoft.com/office/drawing/2014/main" id="{5FB07976-8B9E-CA8A-A71A-9C219C5AEC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778319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43" name="Ellipse_5_15%">
              <a:extLst>
                <a:ext uri="{FF2B5EF4-FFF2-40B4-BE49-F238E27FC236}">
                  <a16:creationId xmlns:a16="http://schemas.microsoft.com/office/drawing/2014/main" id="{C3EDB242-8AC1-D76C-D87A-EBE490B7B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934314"/>
              <a:ext cx="950503" cy="72000"/>
            </a:xfrm>
            <a:prstGeom prst="roundRect">
              <a:avLst/>
            </a:prstGeom>
            <a:solidFill>
              <a:srgbClr val="EEDD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4" name="15%">
              <a:extLst>
                <a:ext uri="{FF2B5EF4-FFF2-40B4-BE49-F238E27FC236}">
                  <a16:creationId xmlns:a16="http://schemas.microsoft.com/office/drawing/2014/main" id="{864AEDFC-5FD3-A522-79CE-BD13ADCFC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90106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45" name="RED">
              <a:extLst>
                <a:ext uri="{FF2B5EF4-FFF2-40B4-BE49-F238E27FC236}">
                  <a16:creationId xmlns:a16="http://schemas.microsoft.com/office/drawing/2014/main" id="{FEB099C1-B4C1-C050-5B7F-165C980B6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3226" y="4166707"/>
              <a:ext cx="29976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Red</a:t>
              </a:r>
            </a:p>
          </p:txBody>
        </p:sp>
        <p:sp>
          <p:nvSpPr>
            <p:cNvPr id="46" name="Ellipse_6_100%">
              <a:extLst>
                <a:ext uri="{FF2B5EF4-FFF2-40B4-BE49-F238E27FC236}">
                  <a16:creationId xmlns:a16="http://schemas.microsoft.com/office/drawing/2014/main" id="{25CB3D2F-EDDB-F950-2A9D-826F2D045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438176"/>
              <a:ext cx="950503" cy="209557"/>
            </a:xfrm>
            <a:prstGeom prst="roundRect">
              <a:avLst/>
            </a:prstGeom>
            <a:solidFill>
              <a:srgbClr val="CF02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7" name="100%">
              <a:extLst>
                <a:ext uri="{FF2B5EF4-FFF2-40B4-BE49-F238E27FC236}">
                  <a16:creationId xmlns:a16="http://schemas.microsoft.com/office/drawing/2014/main" id="{9B47666A-A005-60DC-E38E-81A9094E1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501539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48" name="Ellipse_6_80%">
              <a:extLst>
                <a:ext uri="{FF2B5EF4-FFF2-40B4-BE49-F238E27FC236}">
                  <a16:creationId xmlns:a16="http://schemas.microsoft.com/office/drawing/2014/main" id="{69621FFC-17F6-8050-1F7B-A20DD368A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682638"/>
              <a:ext cx="950503" cy="180000"/>
            </a:xfrm>
            <a:prstGeom prst="roundRect">
              <a:avLst/>
            </a:prstGeom>
            <a:solidFill>
              <a:srgbClr val="D935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9" name="80%">
              <a:extLst>
                <a:ext uri="{FF2B5EF4-FFF2-40B4-BE49-F238E27FC236}">
                  <a16:creationId xmlns:a16="http://schemas.microsoft.com/office/drawing/2014/main" id="{568B8DC4-A485-3345-3700-7A3325694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71644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50" name="Ellipse_6_60%">
              <a:extLst>
                <a:ext uri="{FF2B5EF4-FFF2-40B4-BE49-F238E27FC236}">
                  <a16:creationId xmlns:a16="http://schemas.microsoft.com/office/drawing/2014/main" id="{46442CAA-BFB7-35E7-D091-0790D2C387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897543"/>
              <a:ext cx="950503" cy="144000"/>
            </a:xfrm>
            <a:prstGeom prst="roundRect">
              <a:avLst/>
            </a:prstGeom>
            <a:solidFill>
              <a:srgbClr val="E26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1" name="60%">
              <a:extLst>
                <a:ext uri="{FF2B5EF4-FFF2-40B4-BE49-F238E27FC236}">
                  <a16:creationId xmlns:a16="http://schemas.microsoft.com/office/drawing/2014/main" id="{8AF2E197-79AD-5E36-B5D3-3CF649068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895349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52" name="Ellipse_6_40%">
              <a:extLst>
                <a:ext uri="{FF2B5EF4-FFF2-40B4-BE49-F238E27FC236}">
                  <a16:creationId xmlns:a16="http://schemas.microsoft.com/office/drawing/2014/main" id="{3A544C89-2A14-F614-259D-455610336D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076448"/>
              <a:ext cx="950503" cy="108000"/>
            </a:xfrm>
            <a:prstGeom prst="roundRect">
              <a:avLst/>
            </a:prstGeom>
            <a:solidFill>
              <a:srgbClr val="EC9A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3" name="40%">
              <a:extLst>
                <a:ext uri="{FF2B5EF4-FFF2-40B4-BE49-F238E27FC236}">
                  <a16:creationId xmlns:a16="http://schemas.microsoft.com/office/drawing/2014/main" id="{29B4C974-5C6D-BA64-7970-964BD7E75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03825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54" name="Ellipse_6_20%">
              <a:extLst>
                <a:ext uri="{FF2B5EF4-FFF2-40B4-BE49-F238E27FC236}">
                  <a16:creationId xmlns:a16="http://schemas.microsoft.com/office/drawing/2014/main" id="{F1DEC1AA-81E3-FB9D-FCA5-BBE9B2BD3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217518"/>
              <a:ext cx="950503" cy="90000"/>
            </a:xfrm>
            <a:prstGeom prst="roundRect">
              <a:avLst/>
            </a:prstGeom>
            <a:solidFill>
              <a:srgbClr val="F5CC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5" name="Ellipse_6_20%">
              <a:extLst>
                <a:ext uri="{FF2B5EF4-FFF2-40B4-BE49-F238E27FC236}">
                  <a16:creationId xmlns:a16="http://schemas.microsoft.com/office/drawing/2014/main" id="{DBA0A514-2C75-45CC-DE0C-6DF1FFC9F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193268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56" name="Ellipse_6_15%">
              <a:extLst>
                <a:ext uri="{FF2B5EF4-FFF2-40B4-BE49-F238E27FC236}">
                  <a16:creationId xmlns:a16="http://schemas.microsoft.com/office/drawing/2014/main" id="{FB0EB6C4-8F2A-6C1F-8FF3-A0012410F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349263"/>
              <a:ext cx="950503" cy="72000"/>
            </a:xfrm>
            <a:prstGeom prst="roundRect">
              <a:avLst/>
            </a:prstGeom>
            <a:solidFill>
              <a:srgbClr val="F8D9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7" name="15%">
              <a:extLst>
                <a:ext uri="{FF2B5EF4-FFF2-40B4-BE49-F238E27FC236}">
                  <a16:creationId xmlns:a16="http://schemas.microsoft.com/office/drawing/2014/main" id="{1087ED82-6441-2428-CBBA-332B3B202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316013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58" name="ORANGE">
              <a:extLst>
                <a:ext uri="{FF2B5EF4-FFF2-40B4-BE49-F238E27FC236}">
                  <a16:creationId xmlns:a16="http://schemas.microsoft.com/office/drawing/2014/main" id="{B0380E9F-D887-C3E0-3284-C989FC70B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3226" y="5575610"/>
              <a:ext cx="56265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Orange</a:t>
              </a:r>
            </a:p>
          </p:txBody>
        </p:sp>
        <p:sp>
          <p:nvSpPr>
            <p:cNvPr id="59" name="Ellipse_7_100%">
              <a:extLst>
                <a:ext uri="{FF2B5EF4-FFF2-40B4-BE49-F238E27FC236}">
                  <a16:creationId xmlns:a16="http://schemas.microsoft.com/office/drawing/2014/main" id="{DA83AD98-68C1-8762-B5A6-72C71BEF51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847079"/>
              <a:ext cx="950503" cy="209557"/>
            </a:xfrm>
            <a:prstGeom prst="round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0" name="100%">
              <a:extLst>
                <a:ext uri="{FF2B5EF4-FFF2-40B4-BE49-F238E27FC236}">
                  <a16:creationId xmlns:a16="http://schemas.microsoft.com/office/drawing/2014/main" id="{87BDE73C-6163-07B2-2E0E-1409346BF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910442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61" name="Ellipse_7_80%">
              <a:extLst>
                <a:ext uri="{FF2B5EF4-FFF2-40B4-BE49-F238E27FC236}">
                  <a16:creationId xmlns:a16="http://schemas.microsoft.com/office/drawing/2014/main" id="{B376F3CB-0C7E-1112-E708-4BB06F5E3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091541"/>
              <a:ext cx="950503" cy="180000"/>
            </a:xfrm>
            <a:prstGeom prst="roundRect">
              <a:avLst/>
            </a:prstGeom>
            <a:solidFill>
              <a:srgbClr val="F297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2" name="80%">
              <a:extLst>
                <a:ext uri="{FF2B5EF4-FFF2-40B4-BE49-F238E27FC236}">
                  <a16:creationId xmlns:a16="http://schemas.microsoft.com/office/drawing/2014/main" id="{DBD8B739-4F81-7807-53EC-175D05917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12534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63" name="Ellipse_7_60%">
              <a:extLst>
                <a:ext uri="{FF2B5EF4-FFF2-40B4-BE49-F238E27FC236}">
                  <a16:creationId xmlns:a16="http://schemas.microsoft.com/office/drawing/2014/main" id="{FD6CED53-9249-2E1F-14BB-BD291090C1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306446"/>
              <a:ext cx="950503" cy="144000"/>
            </a:xfrm>
            <a:prstGeom prst="roundRect">
              <a:avLst/>
            </a:prstGeom>
            <a:solidFill>
              <a:srgbClr val="F5B1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4" name="60%">
              <a:extLst>
                <a:ext uri="{FF2B5EF4-FFF2-40B4-BE49-F238E27FC236}">
                  <a16:creationId xmlns:a16="http://schemas.microsoft.com/office/drawing/2014/main" id="{2BA09D24-E178-A671-F8B1-EBB188E97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30425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65" name="Ellipse_7_40%">
              <a:extLst>
                <a:ext uri="{FF2B5EF4-FFF2-40B4-BE49-F238E27FC236}">
                  <a16:creationId xmlns:a16="http://schemas.microsoft.com/office/drawing/2014/main" id="{E1D548C6-EBC5-776E-DABA-288E5855A1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485351"/>
              <a:ext cx="950503" cy="108000"/>
            </a:xfrm>
            <a:prstGeom prst="roundRect">
              <a:avLst/>
            </a:prstGeom>
            <a:solidFill>
              <a:srgbClr val="F9CB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6" name="40%">
              <a:extLst>
                <a:ext uri="{FF2B5EF4-FFF2-40B4-BE49-F238E27FC236}">
                  <a16:creationId xmlns:a16="http://schemas.microsoft.com/office/drawing/2014/main" id="{7867865E-04A7-E4C5-9950-D84D6FFAB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44715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67" name="Ellipse_7_20%">
              <a:extLst>
                <a:ext uri="{FF2B5EF4-FFF2-40B4-BE49-F238E27FC236}">
                  <a16:creationId xmlns:a16="http://schemas.microsoft.com/office/drawing/2014/main" id="{4AF150EA-5B23-080B-7E54-92150AAF06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626421"/>
              <a:ext cx="950503" cy="90000"/>
            </a:xfrm>
            <a:prstGeom prst="roundRect">
              <a:avLst/>
            </a:prstGeom>
            <a:solidFill>
              <a:srgbClr val="FCE5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8" name="20%">
              <a:extLst>
                <a:ext uri="{FF2B5EF4-FFF2-40B4-BE49-F238E27FC236}">
                  <a16:creationId xmlns:a16="http://schemas.microsoft.com/office/drawing/2014/main" id="{9AC40BDF-5908-7D68-D9BA-0485D8EE9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602171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69" name="Ellipse_7_15%">
              <a:extLst>
                <a:ext uri="{FF2B5EF4-FFF2-40B4-BE49-F238E27FC236}">
                  <a16:creationId xmlns:a16="http://schemas.microsoft.com/office/drawing/2014/main" id="{700587CA-A118-1B3C-A8DF-4B6AD809C9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758166"/>
              <a:ext cx="950503" cy="72000"/>
            </a:xfrm>
            <a:prstGeom prst="roundRect">
              <a:avLst/>
            </a:prstGeom>
            <a:solidFill>
              <a:srgbClr val="FDF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70" name="15%">
              <a:extLst>
                <a:ext uri="{FF2B5EF4-FFF2-40B4-BE49-F238E27FC236}">
                  <a16:creationId xmlns:a16="http://schemas.microsoft.com/office/drawing/2014/main" id="{9F0CD4F4-B447-A4A1-FD52-A7DEC6B945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724916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</p:grpSp>
      <p:pic>
        <p:nvPicPr>
          <p:cNvPr id="5" name="Graphique 8">
            <a:extLst>
              <a:ext uri="{FF2B5EF4-FFF2-40B4-BE49-F238E27FC236}">
                <a16:creationId xmlns:a16="http://schemas.microsoft.com/office/drawing/2014/main" id="{B144093E-092E-C413-67C9-4195B21DF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2057" y="344832"/>
            <a:ext cx="2420343" cy="30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07809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734A784-EE7F-AA25-0AA9-D5C3159DF1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7306" y="2621968"/>
            <a:ext cx="2390889" cy="1252431"/>
          </a:xfrm>
        </p:spPr>
        <p:txBody>
          <a:bodyPr>
            <a:noAutofit/>
          </a:bodyPr>
          <a:lstStyle>
            <a:lvl1pPr marL="0" indent="0">
              <a:buNone/>
              <a:defRPr lang="en-GB" sz="8000" kern="1200" dirty="0">
                <a:solidFill>
                  <a:srgbClr val="2A1449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62A28F4F-F2E8-679C-269C-A8CE9703A1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030781"/>
            <a:ext cx="10972800" cy="747897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 noProof="0"/>
              <a:t>Summary</a:t>
            </a:r>
          </a:p>
        </p:txBody>
      </p:sp>
      <p:sp>
        <p:nvSpPr>
          <p:cNvPr id="6" name="Espace réservé du texte 33">
            <a:extLst>
              <a:ext uri="{FF2B5EF4-FFF2-40B4-BE49-F238E27FC236}">
                <a16:creationId xmlns:a16="http://schemas.microsoft.com/office/drawing/2014/main" id="{79DDA95E-44A9-2AA3-E39F-D471069E341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" y="1905028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SzPct val="100000"/>
              <a:buNone/>
              <a:defRPr sz="2000" b="1">
                <a:ln>
                  <a:noFill/>
                </a:ln>
                <a:solidFill>
                  <a:schemeClr val="tx1"/>
                </a:solidFill>
                <a:latin typeface="+mn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GB" noProof="0"/>
              <a:t>Click to edit master title</a:t>
            </a:r>
          </a:p>
        </p:txBody>
      </p:sp>
      <p:cxnSp>
        <p:nvCxnSpPr>
          <p:cNvPr id="7" name="Connecteur droit 13">
            <a:extLst>
              <a:ext uri="{FF2B5EF4-FFF2-40B4-BE49-F238E27FC236}">
                <a16:creationId xmlns:a16="http://schemas.microsoft.com/office/drawing/2014/main" id="{898D7756-6D53-23A1-8981-773CD300B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905306" y="3769172"/>
            <a:ext cx="0" cy="57600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6"/>
                </a:gs>
                <a:gs pos="15000">
                  <a:schemeClr val="accent5"/>
                </a:gs>
                <a:gs pos="60000">
                  <a:schemeClr val="accent3"/>
                </a:gs>
                <a:gs pos="100000">
                  <a:schemeClr val="accent2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texte 33">
            <a:extLst>
              <a:ext uri="{FF2B5EF4-FFF2-40B4-BE49-F238E27FC236}">
                <a16:creationId xmlns:a16="http://schemas.microsoft.com/office/drawing/2014/main" id="{C525A4A7-3E8C-92D0-D09C-99BACFCDA1A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7306" y="4236500"/>
            <a:ext cx="2450024" cy="1732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cxnSp>
        <p:nvCxnSpPr>
          <p:cNvPr id="9" name="Connecteur droit 14">
            <a:extLst>
              <a:ext uri="{FF2B5EF4-FFF2-40B4-BE49-F238E27FC236}">
                <a16:creationId xmlns:a16="http://schemas.microsoft.com/office/drawing/2014/main" id="{B46B22EB-E293-B57D-63BC-C7B7A7FB7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3763374" y="3769173"/>
            <a:ext cx="0" cy="57600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6"/>
                </a:gs>
                <a:gs pos="15000">
                  <a:schemeClr val="accent5"/>
                </a:gs>
                <a:gs pos="60000">
                  <a:schemeClr val="accent3"/>
                </a:gs>
                <a:gs pos="100000">
                  <a:schemeClr val="accent2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5">
            <a:extLst>
              <a:ext uri="{FF2B5EF4-FFF2-40B4-BE49-F238E27FC236}">
                <a16:creationId xmlns:a16="http://schemas.microsoft.com/office/drawing/2014/main" id="{C57CC033-A841-143C-6E9C-7A41B34DD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621442" y="3769172"/>
            <a:ext cx="0" cy="57600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6"/>
                </a:gs>
                <a:gs pos="15000">
                  <a:schemeClr val="accent5"/>
                </a:gs>
                <a:gs pos="60000">
                  <a:schemeClr val="accent3"/>
                </a:gs>
                <a:gs pos="100000">
                  <a:schemeClr val="accent2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8">
            <a:extLst>
              <a:ext uri="{FF2B5EF4-FFF2-40B4-BE49-F238E27FC236}">
                <a16:creationId xmlns:a16="http://schemas.microsoft.com/office/drawing/2014/main" id="{96EFC163-1168-DB61-74E8-96B6202BD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9479511" y="3769172"/>
            <a:ext cx="0" cy="57600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6"/>
                </a:gs>
                <a:gs pos="15000">
                  <a:schemeClr val="accent5"/>
                </a:gs>
                <a:gs pos="60000">
                  <a:schemeClr val="accent3"/>
                </a:gs>
                <a:gs pos="100000">
                  <a:schemeClr val="accent2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FB69B990-7106-4027-971B-BDC5B03756F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75374" y="2621968"/>
            <a:ext cx="2390889" cy="1252431"/>
          </a:xfrm>
        </p:spPr>
        <p:txBody>
          <a:bodyPr>
            <a:noAutofit/>
          </a:bodyPr>
          <a:lstStyle>
            <a:lvl1pPr marL="0" indent="0">
              <a:buNone/>
              <a:defRPr lang="en-GB" sz="8000" kern="1200" dirty="0">
                <a:solidFill>
                  <a:srgbClr val="2A1449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52C073D-C44F-E32A-618C-BE05B7A4945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33442" y="2621968"/>
            <a:ext cx="2390889" cy="1252431"/>
          </a:xfrm>
        </p:spPr>
        <p:txBody>
          <a:bodyPr>
            <a:noAutofit/>
          </a:bodyPr>
          <a:lstStyle>
            <a:lvl1pPr marL="0" indent="0">
              <a:buNone/>
              <a:defRPr lang="en-GB" sz="8000" kern="1200" dirty="0">
                <a:solidFill>
                  <a:srgbClr val="2A1449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1482BD6D-EF5E-8BCB-FD33-FD09C47A179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191511" y="2621968"/>
            <a:ext cx="2390889" cy="1252431"/>
          </a:xfrm>
        </p:spPr>
        <p:txBody>
          <a:bodyPr>
            <a:noAutofit/>
          </a:bodyPr>
          <a:lstStyle>
            <a:lvl1pPr marL="0" indent="0">
              <a:buNone/>
              <a:defRPr lang="en-GB" sz="8000" kern="1200" dirty="0">
                <a:solidFill>
                  <a:srgbClr val="2A1449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23" name="Espace réservé du texte 33">
            <a:extLst>
              <a:ext uri="{FF2B5EF4-FFF2-40B4-BE49-F238E27FC236}">
                <a16:creationId xmlns:a16="http://schemas.microsoft.com/office/drawing/2014/main" id="{7ED363C2-BB62-B9F0-8271-E6F16A7EA0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475374" y="4236500"/>
            <a:ext cx="2450024" cy="1732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4" name="Espace réservé du texte 33">
            <a:extLst>
              <a:ext uri="{FF2B5EF4-FFF2-40B4-BE49-F238E27FC236}">
                <a16:creationId xmlns:a16="http://schemas.microsoft.com/office/drawing/2014/main" id="{B5D284EB-2B44-CBDA-5EB8-309A1F5B98B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33442" y="4236500"/>
            <a:ext cx="2450024" cy="1732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5" name="Espace réservé du texte 33">
            <a:extLst>
              <a:ext uri="{FF2B5EF4-FFF2-40B4-BE49-F238E27FC236}">
                <a16:creationId xmlns:a16="http://schemas.microsoft.com/office/drawing/2014/main" id="{F3A5D354-2F8C-6BF2-C43C-05C122C4498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91511" y="4236500"/>
            <a:ext cx="2450024" cy="1732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4DB4E5AE-238C-12FF-E176-14CCEFBED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cxnSp>
        <p:nvCxnSpPr>
          <p:cNvPr id="2" name="Connecteur droit 5">
            <a:extLst>
              <a:ext uri="{FF2B5EF4-FFF2-40B4-BE49-F238E27FC236}">
                <a16:creationId xmlns:a16="http://schemas.microsoft.com/office/drawing/2014/main" id="{08100715-CE10-C955-A818-6D0360A65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5272" y="1778678"/>
            <a:ext cx="10946578" cy="0"/>
          </a:xfrm>
          <a:prstGeom prst="line">
            <a:avLst/>
          </a:prstGeom>
          <a:ln w="22225" cap="rnd">
            <a:gradFill flip="none" rotWithShape="1">
              <a:gsLst>
                <a:gs pos="0">
                  <a:srgbClr val="4D1D82"/>
                </a:gs>
                <a:gs pos="10000">
                  <a:srgbClr val="8B1D82"/>
                </a:gs>
                <a:gs pos="62000">
                  <a:srgbClr val="CF022B"/>
                </a:gs>
                <a:gs pos="100000">
                  <a:srgbClr val="EF7D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97188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_1Colum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2">
            <a:extLst>
              <a:ext uri="{FF2B5EF4-FFF2-40B4-BE49-F238E27FC236}">
                <a16:creationId xmlns:a16="http://schemas.microsoft.com/office/drawing/2014/main" id="{8E2BE25E-2D35-24E9-4DF6-82CF22FE9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09600" y="2130578"/>
            <a:ext cx="10972800" cy="334803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C60FE96-F92F-1442-E1D0-A46FB179DA9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2" y="2481250"/>
            <a:ext cx="10240690" cy="27590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>
              <a:buClr>
                <a:schemeClr val="tx2"/>
              </a:buClr>
              <a:defRPr sz="1400"/>
            </a:lvl2pPr>
            <a:lvl3pPr>
              <a:buClr>
                <a:schemeClr val="tx2"/>
              </a:buClr>
              <a:defRPr/>
            </a:lvl3pPr>
          </a:lstStyle>
          <a:p>
            <a:pPr lvl="0"/>
            <a:r>
              <a:rPr lang="en-GB" noProof="0" dirty="0"/>
              <a:t>Click to modify the mask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Click to modify the mask text styles</a:t>
            </a:r>
          </a:p>
          <a:p>
            <a:pPr marL="7177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Click to modify the mask text styles</a:t>
            </a:r>
          </a:p>
          <a:p>
            <a:pPr marL="1005750" marR="0" lvl="2" indent="-28575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Click to modify the mask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en-GB" noProof="0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D0F188C-1104-43C5-A7C0-44D84A33CB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5365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>
                <a:latin typeface="+mj-lt"/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3" name="Espace réservé du texte 13">
            <a:extLst>
              <a:ext uri="{FF2B5EF4-FFF2-40B4-BE49-F238E27FC236}">
                <a16:creationId xmlns:a16="http://schemas.microsoft.com/office/drawing/2014/main" id="{FF32F142-29D9-C75C-E801-4889A5F1A5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1432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D9278FA1-967F-D58A-5555-9C6E9A687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66370912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_1Colum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0A5436F-0C99-BF47-79EA-396037626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" y="404813"/>
            <a:ext cx="5111610" cy="568926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fr-FR" dirty="0"/>
              <a:t>Click on the </a:t>
            </a:r>
            <a:r>
              <a:rPr lang="fr-FR" dirty="0" err="1"/>
              <a:t>icon</a:t>
            </a:r>
            <a:r>
              <a:rPr lang="fr-FR" dirty="0"/>
              <a:t> to </a:t>
            </a:r>
            <a:r>
              <a:rPr lang="fr-FR" dirty="0" err="1"/>
              <a:t>add</a:t>
            </a:r>
            <a:r>
              <a:rPr lang="fr-FR" dirty="0"/>
              <a:t> an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7EE48C-EB77-05ED-6BE1-1495EFB5A26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3855" y="1628775"/>
            <a:ext cx="5488544" cy="446563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mask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E3FD7BC-BCD5-4874-6543-4C86E5642A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3855" y="403557"/>
            <a:ext cx="5488545" cy="470898"/>
          </a:xfrm>
        </p:spPr>
        <p:txBody>
          <a:bodyPr/>
          <a:lstStyle/>
          <a:p>
            <a:r>
              <a:rPr lang="en-GB" noProof="0"/>
              <a:t>Click to edit master title</a:t>
            </a:r>
            <a:endParaRPr lang="fr-FR"/>
          </a:p>
        </p:txBody>
      </p:sp>
      <p:sp>
        <p:nvSpPr>
          <p:cNvPr id="6" name="Espace réservé du texte 13">
            <a:extLst>
              <a:ext uri="{FF2B5EF4-FFF2-40B4-BE49-F238E27FC236}">
                <a16:creationId xmlns:a16="http://schemas.microsoft.com/office/drawing/2014/main" id="{9CC01E98-97BC-00BC-1BAA-5AFBBB7E7E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3855" y="955852"/>
            <a:ext cx="5488543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8EE17575-9BDD-FE46-455D-2BC589EF4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237569121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_1Colum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Espace réservé pour une image  38">
            <a:extLst>
              <a:ext uri="{FF2B5EF4-FFF2-40B4-BE49-F238E27FC236}">
                <a16:creationId xmlns:a16="http://schemas.microsoft.com/office/drawing/2014/main" id="{9147728A-6EC8-3796-58C7-63437781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80517" y="404813"/>
            <a:ext cx="5101883" cy="568926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fr-FR" dirty="0"/>
              <a:t>Click on the </a:t>
            </a:r>
            <a:r>
              <a:rPr lang="fr-FR" dirty="0" err="1"/>
              <a:t>icon</a:t>
            </a:r>
            <a:r>
              <a:rPr lang="fr-FR" dirty="0"/>
              <a:t> to </a:t>
            </a:r>
            <a:r>
              <a:rPr lang="fr-FR" dirty="0" err="1"/>
              <a:t>add</a:t>
            </a:r>
            <a:r>
              <a:rPr lang="fr-FR" dirty="0"/>
              <a:t> an image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9BBFE692-20F3-4D96-65E0-89B24A787B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496128" cy="470898"/>
          </a:xfrm>
        </p:spPr>
        <p:txBody>
          <a:bodyPr/>
          <a:lstStyle/>
          <a:p>
            <a:r>
              <a:rPr lang="en-GB" noProof="0"/>
              <a:t>Click to edit master title</a:t>
            </a:r>
            <a:endParaRPr lang="fr-F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8B6741-958E-326E-F689-D1397EE1E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" y="1630031"/>
            <a:ext cx="5496127" cy="4465638"/>
          </a:xfr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mask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" name="Espace réservé du texte 13">
            <a:extLst>
              <a:ext uri="{FF2B5EF4-FFF2-40B4-BE49-F238E27FC236}">
                <a16:creationId xmlns:a16="http://schemas.microsoft.com/office/drawing/2014/main" id="{A333DEBC-5631-1DEC-5C44-DE605B4D3AB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396" y="977655"/>
            <a:ext cx="5496126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F5C4F806-73E3-EB0C-9B31-48726175BA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244091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30.xml"/><Relationship Id="rId39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25.xml"/><Relationship Id="rId34" Type="http://schemas.openxmlformats.org/officeDocument/2006/relationships/slideLayout" Target="../slideLayouts/slideLayout38.xml"/><Relationship Id="rId42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9.xml"/><Relationship Id="rId63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72.xml"/><Relationship Id="rId7" Type="http://schemas.openxmlformats.org/officeDocument/2006/relationships/slideLayout" Target="../slideLayouts/slideLayout11.xml"/><Relationship Id="rId71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32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62.xml"/><Relationship Id="rId66" Type="http://schemas.openxmlformats.org/officeDocument/2006/relationships/slideLayout" Target="../slideLayouts/slideLayout70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32.xml"/><Relationship Id="rId36" Type="http://schemas.openxmlformats.org/officeDocument/2006/relationships/slideLayout" Target="../slideLayouts/slideLayout40.xml"/><Relationship Id="rId49" Type="http://schemas.openxmlformats.org/officeDocument/2006/relationships/slideLayout" Target="../slideLayouts/slideLayout53.xml"/><Relationship Id="rId57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31" Type="http://schemas.openxmlformats.org/officeDocument/2006/relationships/slideLayout" Target="../slideLayouts/slideLayout35.xml"/><Relationship Id="rId44" Type="http://schemas.openxmlformats.org/officeDocument/2006/relationships/slideLayout" Target="../slideLayouts/slideLayout48.xml"/><Relationship Id="rId52" Type="http://schemas.openxmlformats.org/officeDocument/2006/relationships/slideLayout" Target="../slideLayouts/slideLayout56.xml"/><Relationship Id="rId60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9.xml"/><Relationship Id="rId73" Type="http://schemas.openxmlformats.org/officeDocument/2006/relationships/image" Target="../media/image1.svg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9.xml"/><Relationship Id="rId43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52.xml"/><Relationship Id="rId56" Type="http://schemas.openxmlformats.org/officeDocument/2006/relationships/slideLayout" Target="../slideLayouts/slideLayout60.xml"/><Relationship Id="rId64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73.xml"/><Relationship Id="rId8" Type="http://schemas.openxmlformats.org/officeDocument/2006/relationships/slideLayout" Target="../slideLayouts/slideLayout12.xml"/><Relationship Id="rId51" Type="http://schemas.openxmlformats.org/officeDocument/2006/relationships/slideLayout" Target="../slideLayouts/slideLayout55.xml"/><Relationship Id="rId72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50.xml"/><Relationship Id="rId59" Type="http://schemas.openxmlformats.org/officeDocument/2006/relationships/slideLayout" Target="../slideLayouts/slideLayout63.xml"/><Relationship Id="rId67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24.xml"/><Relationship Id="rId41" Type="http://schemas.openxmlformats.org/officeDocument/2006/relationships/slideLayout" Target="../slideLayouts/slideLayout45.xml"/><Relationship Id="rId54" Type="http://schemas.openxmlformats.org/officeDocument/2006/relationships/slideLayout" Target="../slideLayouts/slideLayout58.xml"/><Relationship Id="rId62" Type="http://schemas.openxmlformats.org/officeDocument/2006/relationships/slideLayout" Target="../slideLayouts/slideLayout66.xml"/><Relationship Id="rId70" Type="http://schemas.openxmlformats.org/officeDocument/2006/relationships/slideLayout" Target="../slideLayouts/slideLayout74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91" y="403557"/>
            <a:ext cx="10442574" cy="4708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noProof="0"/>
              <a:t>Click to edit master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DB9AE21-8DC6-E9FC-B186-C000B8A0D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0591" y="162877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D0052448-619C-9B32-3BED-16F7F40D505D}"/>
              </a:ext>
            </a:extLst>
          </p:cNvPr>
          <p:cNvSpPr txBox="1"/>
          <p:nvPr userDrawn="1"/>
        </p:nvSpPr>
        <p:spPr>
          <a:xfrm>
            <a:off x="874713" y="6372428"/>
            <a:ext cx="1397876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GB" sz="800" b="1" noProof="0" smtClean="0">
                <a:solidFill>
                  <a:srgbClr val="2A1449"/>
                </a:solidFill>
              </a:rPr>
              <a:t>‹#›</a:t>
            </a:fld>
            <a:endParaRPr lang="en-GB" sz="800" b="1" noProof="0">
              <a:solidFill>
                <a:srgbClr val="2A1449"/>
              </a:solidFill>
            </a:endParaRPr>
          </a:p>
        </p:txBody>
      </p:sp>
      <p:cxnSp>
        <p:nvCxnSpPr>
          <p:cNvPr id="6" name="Straight Connector 5" descr="Tiret">
            <a:extLst>
              <a:ext uri="{FF2B5EF4-FFF2-40B4-BE49-F238E27FC236}">
                <a16:creationId xmlns:a16="http://schemas.microsoft.com/office/drawing/2014/main" id="{46ED0B88-945A-A073-D606-E11AA065A4BF}"/>
              </a:ext>
            </a:extLst>
          </p:cNvPr>
          <p:cNvCxnSpPr>
            <a:cxnSpLocks/>
          </p:cNvCxnSpPr>
          <p:nvPr userDrawn="1"/>
        </p:nvCxnSpPr>
        <p:spPr>
          <a:xfrm>
            <a:off x="1229008" y="6368235"/>
            <a:ext cx="0" cy="13149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20EC2D35-294D-B930-0A44-96708A7061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19225" y="6372428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1" dirty="0"/>
            </a:lvl1pPr>
          </a:lstStyle>
          <a:p>
            <a:pPr>
              <a:spcBef>
                <a:spcPts val="600"/>
              </a:spcBef>
            </a:pPr>
            <a:r>
              <a:rPr lang="en-GB" noProof="0"/>
              <a:t>Name of the presentation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BABC64-CACE-854F-A758-87546FE6E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2000" y="6774943"/>
            <a:ext cx="12204000" cy="108000"/>
          </a:xfrm>
          <a:prstGeom prst="rect">
            <a:avLst/>
          </a:prstGeom>
          <a:gradFill>
            <a:gsLst>
              <a:gs pos="12000">
                <a:srgbClr val="8B1D82"/>
              </a:gs>
              <a:gs pos="0">
                <a:srgbClr val="4D1D82"/>
              </a:gs>
              <a:gs pos="29000">
                <a:srgbClr val="CF022B"/>
              </a:gs>
              <a:gs pos="100000">
                <a:srgbClr val="F07D00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b="1" i="0">
              <a:latin typeface="Tahoma" panose="020B0604030504040204" pitchFamily="34" charset="0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96FFF17-337B-2DC0-51BC-524ADCD82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440480" y="-252249"/>
            <a:ext cx="2036816" cy="7115664"/>
            <a:chOff x="12440480" y="-252249"/>
            <a:chExt cx="2036816" cy="7115664"/>
          </a:xfrm>
        </p:grpSpPr>
        <p:sp>
          <p:nvSpPr>
            <p:cNvPr id="70" name="Colours&#10;Colours&#10;COLOURS">
              <a:extLst>
                <a:ext uri="{FF2B5EF4-FFF2-40B4-BE49-F238E27FC236}">
                  <a16:creationId xmlns:a16="http://schemas.microsoft.com/office/drawing/2014/main" id="{BD5B21FA-6D26-344B-AEB2-5AFE419B4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0480" y="-252249"/>
              <a:ext cx="58189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Colours</a:t>
              </a:r>
            </a:p>
          </p:txBody>
        </p:sp>
        <p:sp>
          <p:nvSpPr>
            <p:cNvPr id="71" name="GRADIENT">
              <a:extLst>
                <a:ext uri="{FF2B5EF4-FFF2-40B4-BE49-F238E27FC236}">
                  <a16:creationId xmlns:a16="http://schemas.microsoft.com/office/drawing/2014/main" id="{175A428E-A7D3-D1C5-F4DF-4E9E19CBCD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0480" y="152606"/>
              <a:ext cx="67005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Gradient</a:t>
              </a:r>
            </a:p>
          </p:txBody>
        </p:sp>
        <p:sp>
          <p:nvSpPr>
            <p:cNvPr id="72" name="Ellipse 1">
              <a:extLst>
                <a:ext uri="{FF2B5EF4-FFF2-40B4-BE49-F238E27FC236}">
                  <a16:creationId xmlns:a16="http://schemas.microsoft.com/office/drawing/2014/main" id="{709C11EC-174F-0F57-2C9E-F13E641A3E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40480" y="424075"/>
              <a:ext cx="950503" cy="209557"/>
            </a:xfrm>
            <a:prstGeom prst="roundRect">
              <a:avLst/>
            </a:prstGeom>
            <a:gradFill flip="none" rotWithShape="1">
              <a:gsLst>
                <a:gs pos="14000">
                  <a:srgbClr val="8B1D82"/>
                </a:gs>
                <a:gs pos="0">
                  <a:srgbClr val="4D1D82"/>
                </a:gs>
                <a:gs pos="50000">
                  <a:srgbClr val="CF022B"/>
                </a:gs>
                <a:gs pos="100000">
                  <a:srgbClr val="F07D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73" name="PURPULE DARK">
              <a:extLst>
                <a:ext uri="{FF2B5EF4-FFF2-40B4-BE49-F238E27FC236}">
                  <a16:creationId xmlns:a16="http://schemas.microsoft.com/office/drawing/2014/main" id="{EA77E83D-1FA4-2FB5-1D1C-A4A6B4355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523665" y="154503"/>
              <a:ext cx="91371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Purple Dark</a:t>
              </a:r>
            </a:p>
          </p:txBody>
        </p:sp>
        <p:sp>
          <p:nvSpPr>
            <p:cNvPr id="74" name="Ellipse 2">
              <a:extLst>
                <a:ext uri="{FF2B5EF4-FFF2-40B4-BE49-F238E27FC236}">
                  <a16:creationId xmlns:a16="http://schemas.microsoft.com/office/drawing/2014/main" id="{51C9AE34-B6AC-C079-E10A-9CD747254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3523665" y="425972"/>
              <a:ext cx="950503" cy="209557"/>
            </a:xfrm>
            <a:prstGeom prst="roundRect">
              <a:avLst/>
            </a:prstGeom>
            <a:solidFill>
              <a:srgbClr val="2A1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75" name="BLACK">
              <a:extLst>
                <a:ext uri="{FF2B5EF4-FFF2-40B4-BE49-F238E27FC236}">
                  <a16:creationId xmlns:a16="http://schemas.microsoft.com/office/drawing/2014/main" id="{094EFD35-5EBF-6EE5-52CF-3ED86758D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3608" y="730250"/>
              <a:ext cx="418384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Black</a:t>
              </a:r>
            </a:p>
          </p:txBody>
        </p:sp>
        <p:sp>
          <p:nvSpPr>
            <p:cNvPr id="76" name="Ellipse 3">
              <a:extLst>
                <a:ext uri="{FF2B5EF4-FFF2-40B4-BE49-F238E27FC236}">
                  <a16:creationId xmlns:a16="http://schemas.microsoft.com/office/drawing/2014/main" id="{2413DD25-3F15-AD31-DD5F-4A03C6F09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43608" y="1001719"/>
              <a:ext cx="950503" cy="209557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77" name="WHITE">
              <a:extLst>
                <a:ext uri="{FF2B5EF4-FFF2-40B4-BE49-F238E27FC236}">
                  <a16:creationId xmlns:a16="http://schemas.microsoft.com/office/drawing/2014/main" id="{B595CE2C-AAA9-357E-DDF2-A93634A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526793" y="732147"/>
              <a:ext cx="458459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White</a:t>
              </a:r>
            </a:p>
          </p:txBody>
        </p:sp>
        <p:sp>
          <p:nvSpPr>
            <p:cNvPr id="78" name="ELLIPSE_WHITE">
              <a:extLst>
                <a:ext uri="{FF2B5EF4-FFF2-40B4-BE49-F238E27FC236}">
                  <a16:creationId xmlns:a16="http://schemas.microsoft.com/office/drawing/2014/main" id="{9F403E53-EE9D-FCBC-DB41-E292CF065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3526793" y="1003616"/>
              <a:ext cx="950503" cy="20955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79" name="PURPULE">
              <a:extLst>
                <a:ext uri="{FF2B5EF4-FFF2-40B4-BE49-F238E27FC236}">
                  <a16:creationId xmlns:a16="http://schemas.microsoft.com/office/drawing/2014/main" id="{6B1142B1-079F-545A-CA19-2D8AB1F61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6354" y="1342855"/>
              <a:ext cx="59792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 err="1"/>
                <a:t>Purpule</a:t>
              </a:r>
              <a:endParaRPr lang="en-GB" sz="1200" b="1" noProof="0"/>
            </a:p>
          </p:txBody>
        </p:sp>
        <p:sp>
          <p:nvSpPr>
            <p:cNvPr id="80" name="Ellipse_4_100%">
              <a:extLst>
                <a:ext uri="{FF2B5EF4-FFF2-40B4-BE49-F238E27FC236}">
                  <a16:creationId xmlns:a16="http://schemas.microsoft.com/office/drawing/2014/main" id="{0F492D80-B2B8-C7B1-A554-B7431C8DF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1614324"/>
              <a:ext cx="950503" cy="209557"/>
            </a:xfrm>
            <a:prstGeom prst="roundRect">
              <a:avLst/>
            </a:prstGeom>
            <a:solidFill>
              <a:srgbClr val="4D1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81" name="100%">
              <a:extLst>
                <a:ext uri="{FF2B5EF4-FFF2-40B4-BE49-F238E27FC236}">
                  <a16:creationId xmlns:a16="http://schemas.microsoft.com/office/drawing/2014/main" id="{2D6B0BD9-9927-BFCB-F4A7-E3C1CC912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1677687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82" name="Ellipse_4_80%">
              <a:extLst>
                <a:ext uri="{FF2B5EF4-FFF2-40B4-BE49-F238E27FC236}">
                  <a16:creationId xmlns:a16="http://schemas.microsoft.com/office/drawing/2014/main" id="{9C1AC89A-0B3C-0C7C-2C4F-B1BAEB54F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1858786"/>
              <a:ext cx="950503" cy="180000"/>
            </a:xfrm>
            <a:prstGeom prst="roundRect">
              <a:avLst/>
            </a:prstGeom>
            <a:solidFill>
              <a:srgbClr val="6C4D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83" name="80%">
              <a:extLst>
                <a:ext uri="{FF2B5EF4-FFF2-40B4-BE49-F238E27FC236}">
                  <a16:creationId xmlns:a16="http://schemas.microsoft.com/office/drawing/2014/main" id="{3E3316E6-13B8-CEDE-39E1-4A2129C44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189259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84" name="Ellipse_4_60%">
              <a:extLst>
                <a:ext uri="{FF2B5EF4-FFF2-40B4-BE49-F238E27FC236}">
                  <a16:creationId xmlns:a16="http://schemas.microsoft.com/office/drawing/2014/main" id="{99D5A60A-3A28-341A-B24E-22B929CC3A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073691"/>
              <a:ext cx="950503" cy="144000"/>
            </a:xfrm>
            <a:prstGeom prst="roundRect">
              <a:avLst/>
            </a:prstGeom>
            <a:solidFill>
              <a:srgbClr val="917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85" name="60%">
              <a:extLst>
                <a:ext uri="{FF2B5EF4-FFF2-40B4-BE49-F238E27FC236}">
                  <a16:creationId xmlns:a16="http://schemas.microsoft.com/office/drawing/2014/main" id="{2DB02C8B-B873-2FFD-E592-5E53D0B5A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07149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86" name="Ellipse_4_40%">
              <a:extLst>
                <a:ext uri="{FF2B5EF4-FFF2-40B4-BE49-F238E27FC236}">
                  <a16:creationId xmlns:a16="http://schemas.microsoft.com/office/drawing/2014/main" id="{16A0338E-CAFD-B5E6-62D6-BF9052E539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252596"/>
              <a:ext cx="950503" cy="108000"/>
            </a:xfrm>
            <a:prstGeom prst="roundRect">
              <a:avLst/>
            </a:prstGeom>
            <a:solidFill>
              <a:srgbClr val="B5A6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87" name="40%">
              <a:extLst>
                <a:ext uri="{FF2B5EF4-FFF2-40B4-BE49-F238E27FC236}">
                  <a16:creationId xmlns:a16="http://schemas.microsoft.com/office/drawing/2014/main" id="{8EEA98A0-A554-7EC6-3026-B75EAF6776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21440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88" name="Ellipse_4_20%">
              <a:extLst>
                <a:ext uri="{FF2B5EF4-FFF2-40B4-BE49-F238E27FC236}">
                  <a16:creationId xmlns:a16="http://schemas.microsoft.com/office/drawing/2014/main" id="{8886DF96-FC5C-3B9F-4B4D-598F3E9D7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393666"/>
              <a:ext cx="950503" cy="90000"/>
            </a:xfrm>
            <a:prstGeom prst="roundRect">
              <a:avLst/>
            </a:prstGeom>
            <a:solidFill>
              <a:srgbClr val="DAD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89" name="20%">
              <a:extLst>
                <a:ext uri="{FF2B5EF4-FFF2-40B4-BE49-F238E27FC236}">
                  <a16:creationId xmlns:a16="http://schemas.microsoft.com/office/drawing/2014/main" id="{A4B57884-29BF-3C43-EA1B-F8083B3E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369416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90" name="Ellipse_4_15%">
              <a:extLst>
                <a:ext uri="{FF2B5EF4-FFF2-40B4-BE49-F238E27FC236}">
                  <a16:creationId xmlns:a16="http://schemas.microsoft.com/office/drawing/2014/main" id="{61B23905-F215-A23A-7B51-E644DAC683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525411"/>
              <a:ext cx="950503" cy="72000"/>
            </a:xfrm>
            <a:prstGeom prst="roundRect">
              <a:avLst/>
            </a:prstGeom>
            <a:solidFill>
              <a:srgbClr val="E3D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91" name="15%">
              <a:extLst>
                <a:ext uri="{FF2B5EF4-FFF2-40B4-BE49-F238E27FC236}">
                  <a16:creationId xmlns:a16="http://schemas.microsoft.com/office/drawing/2014/main" id="{3744FA73-DBA8-C335-A711-98D460965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492161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92" name="CLEAR PURPLE">
              <a:extLst>
                <a:ext uri="{FF2B5EF4-FFF2-40B4-BE49-F238E27FC236}">
                  <a16:creationId xmlns:a16="http://schemas.microsoft.com/office/drawing/2014/main" id="{A3BDF8BE-8519-A325-B6CD-B2F0F461F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6354" y="2751758"/>
              <a:ext cx="937757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Clear Purple</a:t>
              </a:r>
            </a:p>
          </p:txBody>
        </p:sp>
        <p:sp>
          <p:nvSpPr>
            <p:cNvPr id="93" name="Ellipse_5_100%">
              <a:extLst>
                <a:ext uri="{FF2B5EF4-FFF2-40B4-BE49-F238E27FC236}">
                  <a16:creationId xmlns:a16="http://schemas.microsoft.com/office/drawing/2014/main" id="{C4DD4CD6-1CDC-9EFC-A661-76B2B02055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023227"/>
              <a:ext cx="950503" cy="209557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94" name="100%">
              <a:extLst>
                <a:ext uri="{FF2B5EF4-FFF2-40B4-BE49-F238E27FC236}">
                  <a16:creationId xmlns:a16="http://schemas.microsoft.com/office/drawing/2014/main" id="{49C60DEA-8105-A10D-90C5-C38D04E74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086590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95" name="Ellipse_5_80%">
              <a:extLst>
                <a:ext uri="{FF2B5EF4-FFF2-40B4-BE49-F238E27FC236}">
                  <a16:creationId xmlns:a16="http://schemas.microsoft.com/office/drawing/2014/main" id="{A37EEE5D-261B-BA7C-F80E-0714B0D96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267689"/>
              <a:ext cx="950503" cy="180000"/>
            </a:xfrm>
            <a:prstGeom prst="roundRect">
              <a:avLst/>
            </a:prstGeom>
            <a:solidFill>
              <a:srgbClr val="A24A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96" name="80%">
              <a:extLst>
                <a:ext uri="{FF2B5EF4-FFF2-40B4-BE49-F238E27FC236}">
                  <a16:creationId xmlns:a16="http://schemas.microsoft.com/office/drawing/2014/main" id="{5148B638-DE92-C85D-F6DB-D41A4EA6A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301495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97" name="Ellipse_5_60%">
              <a:extLst>
                <a:ext uri="{FF2B5EF4-FFF2-40B4-BE49-F238E27FC236}">
                  <a16:creationId xmlns:a16="http://schemas.microsoft.com/office/drawing/2014/main" id="{5E550B48-93F6-C7FD-7EE7-B5C170F38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482594"/>
              <a:ext cx="950503" cy="144000"/>
            </a:xfrm>
            <a:prstGeom prst="roundRect">
              <a:avLst/>
            </a:prstGeom>
            <a:solidFill>
              <a:srgbClr val="B977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98" name="60%">
              <a:extLst>
                <a:ext uri="{FF2B5EF4-FFF2-40B4-BE49-F238E27FC236}">
                  <a16:creationId xmlns:a16="http://schemas.microsoft.com/office/drawing/2014/main" id="{963E38C3-A3BC-E3AB-35ED-B3801678E6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480400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99" name="Ellipse_5_40%">
              <a:extLst>
                <a:ext uri="{FF2B5EF4-FFF2-40B4-BE49-F238E27FC236}">
                  <a16:creationId xmlns:a16="http://schemas.microsoft.com/office/drawing/2014/main" id="{B6DCF398-0EA9-3CF8-4A77-CBAD4B1AE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661499"/>
              <a:ext cx="950503" cy="108000"/>
            </a:xfrm>
            <a:prstGeom prst="roundRect">
              <a:avLst/>
            </a:prstGeom>
            <a:solidFill>
              <a:srgbClr val="D1A5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00" name="40%">
              <a:extLst>
                <a:ext uri="{FF2B5EF4-FFF2-40B4-BE49-F238E27FC236}">
                  <a16:creationId xmlns:a16="http://schemas.microsoft.com/office/drawing/2014/main" id="{E9B844A1-E9FE-7155-41DA-C4DFAB6F6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623305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101" name="Ellipse_5_20%">
              <a:extLst>
                <a:ext uri="{FF2B5EF4-FFF2-40B4-BE49-F238E27FC236}">
                  <a16:creationId xmlns:a16="http://schemas.microsoft.com/office/drawing/2014/main" id="{9807FBA6-BA32-5485-A453-C804BDF2A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802569"/>
              <a:ext cx="950503" cy="90000"/>
            </a:xfrm>
            <a:prstGeom prst="roundRect">
              <a:avLst/>
            </a:prstGeom>
            <a:solidFill>
              <a:srgbClr val="E8D2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02" name="20%">
              <a:extLst>
                <a:ext uri="{FF2B5EF4-FFF2-40B4-BE49-F238E27FC236}">
                  <a16:creationId xmlns:a16="http://schemas.microsoft.com/office/drawing/2014/main" id="{139A5B8F-00E0-D6E2-D133-4587C74B60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778319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103" name="Ellipse_5_15%">
              <a:extLst>
                <a:ext uri="{FF2B5EF4-FFF2-40B4-BE49-F238E27FC236}">
                  <a16:creationId xmlns:a16="http://schemas.microsoft.com/office/drawing/2014/main" id="{8D1671C3-B620-1675-3077-137CE3825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934314"/>
              <a:ext cx="950503" cy="72000"/>
            </a:xfrm>
            <a:prstGeom prst="roundRect">
              <a:avLst/>
            </a:prstGeom>
            <a:solidFill>
              <a:srgbClr val="EEDD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04" name="15%">
              <a:extLst>
                <a:ext uri="{FF2B5EF4-FFF2-40B4-BE49-F238E27FC236}">
                  <a16:creationId xmlns:a16="http://schemas.microsoft.com/office/drawing/2014/main" id="{762F7BBC-4FD4-B8A7-379B-5A427E9E30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90106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105" name="RED">
              <a:extLst>
                <a:ext uri="{FF2B5EF4-FFF2-40B4-BE49-F238E27FC236}">
                  <a16:creationId xmlns:a16="http://schemas.microsoft.com/office/drawing/2014/main" id="{4CCEFFCD-D7A6-0BFF-4FB6-A1E2E22403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3226" y="4166707"/>
              <a:ext cx="29976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Red</a:t>
              </a:r>
            </a:p>
          </p:txBody>
        </p:sp>
        <p:sp>
          <p:nvSpPr>
            <p:cNvPr id="106" name="Ellipse_6_100%">
              <a:extLst>
                <a:ext uri="{FF2B5EF4-FFF2-40B4-BE49-F238E27FC236}">
                  <a16:creationId xmlns:a16="http://schemas.microsoft.com/office/drawing/2014/main" id="{320A6751-D592-A0CD-4744-D68EAEE058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438176"/>
              <a:ext cx="950503" cy="209557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07" name="100%">
              <a:extLst>
                <a:ext uri="{FF2B5EF4-FFF2-40B4-BE49-F238E27FC236}">
                  <a16:creationId xmlns:a16="http://schemas.microsoft.com/office/drawing/2014/main" id="{A6EC090C-417A-D88B-E436-2B9D46C48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501539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108" name="Ellipse_6_80%">
              <a:extLst>
                <a:ext uri="{FF2B5EF4-FFF2-40B4-BE49-F238E27FC236}">
                  <a16:creationId xmlns:a16="http://schemas.microsoft.com/office/drawing/2014/main" id="{A1E83632-DC62-2042-E321-700C40FEC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682638"/>
              <a:ext cx="950503" cy="180000"/>
            </a:xfrm>
            <a:prstGeom prst="roundRect">
              <a:avLst/>
            </a:prstGeom>
            <a:solidFill>
              <a:srgbClr val="D935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09" name="80%">
              <a:extLst>
                <a:ext uri="{FF2B5EF4-FFF2-40B4-BE49-F238E27FC236}">
                  <a16:creationId xmlns:a16="http://schemas.microsoft.com/office/drawing/2014/main" id="{FC177082-A08D-5B39-AB40-B1F29D4E8F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71644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110" name="Ellipse_6_60%">
              <a:extLst>
                <a:ext uri="{FF2B5EF4-FFF2-40B4-BE49-F238E27FC236}">
                  <a16:creationId xmlns:a16="http://schemas.microsoft.com/office/drawing/2014/main" id="{6AF79785-587D-6BC6-B361-A69A20D9EF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897543"/>
              <a:ext cx="950503" cy="144000"/>
            </a:xfrm>
            <a:prstGeom prst="roundRect">
              <a:avLst/>
            </a:prstGeom>
            <a:solidFill>
              <a:srgbClr val="E26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11" name="60%">
              <a:extLst>
                <a:ext uri="{FF2B5EF4-FFF2-40B4-BE49-F238E27FC236}">
                  <a16:creationId xmlns:a16="http://schemas.microsoft.com/office/drawing/2014/main" id="{DA96244B-F560-E768-C642-818BC017F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895349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112" name="Ellipse_6_40%">
              <a:extLst>
                <a:ext uri="{FF2B5EF4-FFF2-40B4-BE49-F238E27FC236}">
                  <a16:creationId xmlns:a16="http://schemas.microsoft.com/office/drawing/2014/main" id="{D02F5998-272E-C0C1-B07A-4A9155B52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076448"/>
              <a:ext cx="950503" cy="108000"/>
            </a:xfrm>
            <a:prstGeom prst="roundRect">
              <a:avLst/>
            </a:prstGeom>
            <a:solidFill>
              <a:srgbClr val="EC9A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13" name="40%">
              <a:extLst>
                <a:ext uri="{FF2B5EF4-FFF2-40B4-BE49-F238E27FC236}">
                  <a16:creationId xmlns:a16="http://schemas.microsoft.com/office/drawing/2014/main" id="{F3432473-EA88-DBCA-D918-4FDC659F7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03825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114" name="Ellipse_6_20%">
              <a:extLst>
                <a:ext uri="{FF2B5EF4-FFF2-40B4-BE49-F238E27FC236}">
                  <a16:creationId xmlns:a16="http://schemas.microsoft.com/office/drawing/2014/main" id="{D092B922-447D-E9C5-937B-94E66F3AF9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217518"/>
              <a:ext cx="950503" cy="90000"/>
            </a:xfrm>
            <a:prstGeom prst="roundRect">
              <a:avLst/>
            </a:prstGeom>
            <a:solidFill>
              <a:srgbClr val="F5CC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15" name="Ellipse_6_20%">
              <a:extLst>
                <a:ext uri="{FF2B5EF4-FFF2-40B4-BE49-F238E27FC236}">
                  <a16:creationId xmlns:a16="http://schemas.microsoft.com/office/drawing/2014/main" id="{66385D16-30BC-2B24-6226-12A158DB1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193268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116" name="Ellipse_6_15%">
              <a:extLst>
                <a:ext uri="{FF2B5EF4-FFF2-40B4-BE49-F238E27FC236}">
                  <a16:creationId xmlns:a16="http://schemas.microsoft.com/office/drawing/2014/main" id="{EB75F65E-527B-63B8-CCBC-E0940193CA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349263"/>
              <a:ext cx="950503" cy="72000"/>
            </a:xfrm>
            <a:prstGeom prst="roundRect">
              <a:avLst/>
            </a:prstGeom>
            <a:solidFill>
              <a:srgbClr val="F8D9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17" name="15%">
              <a:extLst>
                <a:ext uri="{FF2B5EF4-FFF2-40B4-BE49-F238E27FC236}">
                  <a16:creationId xmlns:a16="http://schemas.microsoft.com/office/drawing/2014/main" id="{0339A27D-6A89-8DFE-E371-6AE8AF0C7F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316013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118" name="ORANGE">
              <a:extLst>
                <a:ext uri="{FF2B5EF4-FFF2-40B4-BE49-F238E27FC236}">
                  <a16:creationId xmlns:a16="http://schemas.microsoft.com/office/drawing/2014/main" id="{3951297A-BC7F-EAC7-96B5-F3B3845DC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3226" y="5575610"/>
              <a:ext cx="56265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Orange</a:t>
              </a:r>
            </a:p>
          </p:txBody>
        </p:sp>
        <p:sp>
          <p:nvSpPr>
            <p:cNvPr id="119" name="Ellipse_7_100%">
              <a:extLst>
                <a:ext uri="{FF2B5EF4-FFF2-40B4-BE49-F238E27FC236}">
                  <a16:creationId xmlns:a16="http://schemas.microsoft.com/office/drawing/2014/main" id="{6F0268EA-6025-B514-2E5D-06256BB29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847079"/>
              <a:ext cx="950503" cy="209557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20" name="100%">
              <a:extLst>
                <a:ext uri="{FF2B5EF4-FFF2-40B4-BE49-F238E27FC236}">
                  <a16:creationId xmlns:a16="http://schemas.microsoft.com/office/drawing/2014/main" id="{E94151DA-F953-99B6-683B-01C15F676C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910442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121" name="Ellipse_7_80%">
              <a:extLst>
                <a:ext uri="{FF2B5EF4-FFF2-40B4-BE49-F238E27FC236}">
                  <a16:creationId xmlns:a16="http://schemas.microsoft.com/office/drawing/2014/main" id="{98D1C617-C550-A641-864A-D9FE6D7E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091541"/>
              <a:ext cx="950503" cy="180000"/>
            </a:xfrm>
            <a:prstGeom prst="roundRect">
              <a:avLst/>
            </a:prstGeom>
            <a:solidFill>
              <a:srgbClr val="F297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22" name="80%">
              <a:extLst>
                <a:ext uri="{FF2B5EF4-FFF2-40B4-BE49-F238E27FC236}">
                  <a16:creationId xmlns:a16="http://schemas.microsoft.com/office/drawing/2014/main" id="{211AFF3A-00C3-1364-423B-6B8AD5908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12534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123" name="Ellipse_7_60%">
              <a:extLst>
                <a:ext uri="{FF2B5EF4-FFF2-40B4-BE49-F238E27FC236}">
                  <a16:creationId xmlns:a16="http://schemas.microsoft.com/office/drawing/2014/main" id="{C2041C30-F741-77C0-B3A0-F9BBEBE8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306446"/>
              <a:ext cx="950503" cy="144000"/>
            </a:xfrm>
            <a:prstGeom prst="roundRect">
              <a:avLst/>
            </a:prstGeom>
            <a:solidFill>
              <a:srgbClr val="F5B1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24" name="60%">
              <a:extLst>
                <a:ext uri="{FF2B5EF4-FFF2-40B4-BE49-F238E27FC236}">
                  <a16:creationId xmlns:a16="http://schemas.microsoft.com/office/drawing/2014/main" id="{CE9E2977-A256-2071-0665-A907EF83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30425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125" name="Ellipse_7_40%">
              <a:extLst>
                <a:ext uri="{FF2B5EF4-FFF2-40B4-BE49-F238E27FC236}">
                  <a16:creationId xmlns:a16="http://schemas.microsoft.com/office/drawing/2014/main" id="{71C3900D-B7DA-E513-25C4-8D79B0B631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485351"/>
              <a:ext cx="950503" cy="108000"/>
            </a:xfrm>
            <a:prstGeom prst="roundRect">
              <a:avLst/>
            </a:prstGeom>
            <a:solidFill>
              <a:srgbClr val="F9CB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26" name="40%">
              <a:extLst>
                <a:ext uri="{FF2B5EF4-FFF2-40B4-BE49-F238E27FC236}">
                  <a16:creationId xmlns:a16="http://schemas.microsoft.com/office/drawing/2014/main" id="{6D573B38-4856-0BB7-D52E-B3C74B273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44715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127" name="Ellipse_7_20%">
              <a:extLst>
                <a:ext uri="{FF2B5EF4-FFF2-40B4-BE49-F238E27FC236}">
                  <a16:creationId xmlns:a16="http://schemas.microsoft.com/office/drawing/2014/main" id="{F213BCD4-23EA-E5AC-9EF8-A6DC12D2E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626421"/>
              <a:ext cx="950503" cy="90000"/>
            </a:xfrm>
            <a:prstGeom prst="roundRect">
              <a:avLst/>
            </a:prstGeom>
            <a:solidFill>
              <a:srgbClr val="FCE5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28" name="20%">
              <a:extLst>
                <a:ext uri="{FF2B5EF4-FFF2-40B4-BE49-F238E27FC236}">
                  <a16:creationId xmlns:a16="http://schemas.microsoft.com/office/drawing/2014/main" id="{12BCFAB3-8C60-DD4D-AD2E-F29322564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602171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129" name="Ellipse_7_15%">
              <a:extLst>
                <a:ext uri="{FF2B5EF4-FFF2-40B4-BE49-F238E27FC236}">
                  <a16:creationId xmlns:a16="http://schemas.microsoft.com/office/drawing/2014/main" id="{49C78F10-0B04-21FF-9148-8C6BE4C62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758166"/>
              <a:ext cx="950503" cy="72000"/>
            </a:xfrm>
            <a:prstGeom prst="roundRect">
              <a:avLst/>
            </a:prstGeom>
            <a:solidFill>
              <a:srgbClr val="FDF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30" name="15%">
              <a:extLst>
                <a:ext uri="{FF2B5EF4-FFF2-40B4-BE49-F238E27FC236}">
                  <a16:creationId xmlns:a16="http://schemas.microsoft.com/office/drawing/2014/main" id="{DE271F65-10DC-D67E-0B1C-511D708DC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724916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</p:grpSp>
      <p:pic>
        <p:nvPicPr>
          <p:cNvPr id="3" name="Graphique 8">
            <a:extLst>
              <a:ext uri="{FF2B5EF4-FFF2-40B4-BE49-F238E27FC236}">
                <a16:creationId xmlns:a16="http://schemas.microsoft.com/office/drawing/2014/main" id="{35536046-C2EE-5BFC-668A-F85788AEF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752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854" r:id="rId2"/>
    <p:sldLayoutId id="2147483968" r:id="rId3"/>
    <p:sldLayoutId id="2147484107" r:id="rId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ts val="0"/>
        </a:spcBef>
        <a:buNone/>
        <a:defRPr sz="3400" b="0" i="0" kern="1200">
          <a:solidFill>
            <a:srgbClr val="2A1449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fr-FR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285750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Clr>
          <a:schemeClr val="tx1"/>
        </a:buClr>
        <a:buFont typeface="Arial" panose="020B0604020202020204" pitchFamily="34" charset="0"/>
        <a:buChar char="•"/>
        <a:defRPr lang="fr-FR" sz="14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85750" algn="l" defTabSz="261938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Clr>
          <a:schemeClr val="tx1"/>
        </a:buClr>
        <a:buFont typeface="Arial" panose="020B0604020202020204" pitchFamily="34" charset="0"/>
        <a:buChar char="•"/>
        <a:tabLst>
          <a:tab pos="2601913" algn="l"/>
        </a:tabLst>
        <a:defRPr lang="fr-FR" sz="12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711450" indent="-1714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fr-FR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432" userDrawn="1">
          <p15:clr>
            <a:srgbClr val="F26B43"/>
          </p15:clr>
        </p15:guide>
        <p15:guide id="4" pos="347" userDrawn="1">
          <p15:clr>
            <a:srgbClr val="F26B43"/>
          </p15:clr>
        </p15:guide>
        <p15:guide id="8" orient="horz" pos="1026" userDrawn="1">
          <p15:clr>
            <a:srgbClr val="F26B43"/>
          </p15:clr>
        </p15:guide>
        <p15:guide id="10" orient="horz" pos="4088" userDrawn="1">
          <p15:clr>
            <a:srgbClr val="F26B43"/>
          </p15:clr>
        </p15:guide>
        <p15:guide id="12" orient="horz" pos="595" userDrawn="1">
          <p15:clr>
            <a:srgbClr val="F26B43"/>
          </p15:clr>
        </p15:guide>
        <p15:guide id="13" orient="horz" pos="3838" userDrawn="1">
          <p15:clr>
            <a:srgbClr val="F26B43"/>
          </p15:clr>
        </p15:guide>
        <p15:guide id="14" orient="horz" pos="255" userDrawn="1">
          <p15:clr>
            <a:srgbClr val="F26B43"/>
          </p15:clr>
        </p15:guide>
        <p15:guide id="15" pos="3840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5586" userDrawn="1">
          <p15:clr>
            <a:srgbClr val="F26B43"/>
          </p15:clr>
        </p15:guide>
        <p15:guide id="18" orient="horz" pos="3135" userDrawn="1">
          <p15:clr>
            <a:srgbClr val="F26B43"/>
          </p15:clr>
        </p15:guide>
        <p15:guide id="19" orient="horz" pos="172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679" y="404813"/>
            <a:ext cx="10576482" cy="4708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noProof="0"/>
              <a:t>Click to edit master title</a:t>
            </a:r>
            <a:endParaRPr lang="fr-FR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BABC64-CACE-854F-A758-87546FE6E92C}"/>
              </a:ext>
            </a:extLst>
          </p:cNvPr>
          <p:cNvSpPr/>
          <p:nvPr userDrawn="1"/>
        </p:nvSpPr>
        <p:spPr>
          <a:xfrm>
            <a:off x="0" y="6827024"/>
            <a:ext cx="12204000" cy="43200"/>
          </a:xfrm>
          <a:prstGeom prst="rect">
            <a:avLst/>
          </a:prstGeom>
          <a:gradFill>
            <a:gsLst>
              <a:gs pos="12000">
                <a:srgbClr val="8B1D82"/>
              </a:gs>
              <a:gs pos="0">
                <a:srgbClr val="4D1D82"/>
              </a:gs>
              <a:gs pos="29000">
                <a:srgbClr val="CF022B"/>
              </a:gs>
              <a:gs pos="100000">
                <a:srgbClr val="F07D00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i="0">
              <a:latin typeface="Tahoma" panose="020B0604030504040204" pitchFamily="34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D0052448-619C-9B32-3BED-16F7F40D505D}"/>
              </a:ext>
            </a:extLst>
          </p:cNvPr>
          <p:cNvSpPr txBox="1"/>
          <p:nvPr userDrawn="1"/>
        </p:nvSpPr>
        <p:spPr>
          <a:xfrm>
            <a:off x="874713" y="6357040"/>
            <a:ext cx="139787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104CBC-E615-E2ED-F2AC-A6B1A43F2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678" y="1179290"/>
            <a:ext cx="10585450" cy="428466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/>
            <a:r>
              <a:rPr lang="en-GB" noProof="0"/>
              <a:t>Click to modify the mask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E2DF231-CF19-19A1-333B-F03656E66100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09971DA-EE57-621D-BF06-606046B84FFF}"/>
              </a:ext>
            </a:extLst>
          </p:cNvPr>
          <p:cNvSpPr txBox="1"/>
          <p:nvPr userDrawn="1"/>
        </p:nvSpPr>
        <p:spPr>
          <a:xfrm>
            <a:off x="13270275" y="55669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Super gradient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FCDF060D-E00E-6F51-9B5C-62159500E129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127CB40-C7E2-67F3-1E7F-2CF64FA4A637}"/>
              </a:ext>
            </a:extLst>
          </p:cNvPr>
          <p:cNvSpPr txBox="1"/>
          <p:nvPr userDrawn="1"/>
        </p:nvSpPr>
        <p:spPr>
          <a:xfrm>
            <a:off x="13270275" y="625590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Red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2CFAF7C4-A763-544C-A009-F929A7F9563D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5A27B4F-789B-113C-7F5C-47D176F01222}"/>
              </a:ext>
            </a:extLst>
          </p:cNvPr>
          <p:cNvSpPr txBox="1"/>
          <p:nvPr userDrawn="1"/>
        </p:nvSpPr>
        <p:spPr>
          <a:xfrm>
            <a:off x="13270275" y="1085181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Main Orange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426A730C-BC2A-6C9A-6278-A9C29C6F5A9F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815C0B4-F74D-CB46-A231-36E655D3E492}"/>
              </a:ext>
            </a:extLst>
          </p:cNvPr>
          <p:cNvSpPr txBox="1"/>
          <p:nvPr userDrawn="1"/>
        </p:nvSpPr>
        <p:spPr>
          <a:xfrm>
            <a:off x="13270275" y="1544772"/>
            <a:ext cx="6748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Light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B3201276-E5EC-AFB1-80A7-2C5B75DD8A33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54ECB34E-F77C-04D0-51FC-05387C436C8E}"/>
              </a:ext>
            </a:extLst>
          </p:cNvPr>
          <p:cNvSpPr txBox="1"/>
          <p:nvPr userDrawn="1"/>
        </p:nvSpPr>
        <p:spPr>
          <a:xfrm>
            <a:off x="13270275" y="2004363"/>
            <a:ext cx="66043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 err="1"/>
              <a:t>Dark</a:t>
            </a:r>
            <a:r>
              <a:rPr lang="fr-FR" sz="1000" b="0"/>
              <a:t> </a:t>
            </a:r>
            <a:r>
              <a:rPr lang="fr-FR" sz="1000" b="0" err="1"/>
              <a:t>Purple</a:t>
            </a:r>
            <a:endParaRPr lang="fr-FR" sz="1000" b="0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FDF8B018-44AF-3EEC-D129-C7B5263FDB79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D0E23FD9-6B13-4AFD-E67B-2AC6C613AE0C}"/>
              </a:ext>
            </a:extLst>
          </p:cNvPr>
          <p:cNvSpPr txBox="1"/>
          <p:nvPr userDrawn="1"/>
        </p:nvSpPr>
        <p:spPr>
          <a:xfrm>
            <a:off x="13270275" y="2463955"/>
            <a:ext cx="9698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Background Grey</a:t>
            </a:r>
          </a:p>
        </p:txBody>
      </p:sp>
      <p:pic>
        <p:nvPicPr>
          <p:cNvPr id="3" name="Graphique 8">
            <a:extLst>
              <a:ext uri="{FF2B5EF4-FFF2-40B4-BE49-F238E27FC236}">
                <a16:creationId xmlns:a16="http://schemas.microsoft.com/office/drawing/2014/main" id="{BB4FD66C-FBED-F6E2-EBA7-915C3E1E91B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D884AAC-4CEC-9988-B3F3-6120648E8A5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6720840"/>
            <a:ext cx="10302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CF022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C2 - Restricted use </a:t>
            </a:r>
          </a:p>
        </p:txBody>
      </p:sp>
    </p:spTree>
    <p:extLst>
      <p:ext uri="{BB962C8B-B14F-4D97-AF65-F5344CB8AC3E}">
        <p14:creationId xmlns:p14="http://schemas.microsoft.com/office/powerpoint/2010/main" val="3589215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  <p:sldLayoutId id="2147484048" r:id="rId12"/>
    <p:sldLayoutId id="2147484049" r:id="rId13"/>
    <p:sldLayoutId id="2147484050" r:id="rId14"/>
    <p:sldLayoutId id="2147484051" r:id="rId15"/>
    <p:sldLayoutId id="2147484052" r:id="rId16"/>
    <p:sldLayoutId id="2147484053" r:id="rId17"/>
    <p:sldLayoutId id="2147484054" r:id="rId18"/>
    <p:sldLayoutId id="2147484055" r:id="rId19"/>
    <p:sldLayoutId id="2147484056" r:id="rId20"/>
    <p:sldLayoutId id="2147484057" r:id="rId21"/>
    <p:sldLayoutId id="2147484058" r:id="rId22"/>
    <p:sldLayoutId id="2147484059" r:id="rId23"/>
    <p:sldLayoutId id="2147484060" r:id="rId24"/>
    <p:sldLayoutId id="2147484061" r:id="rId25"/>
    <p:sldLayoutId id="2147484062" r:id="rId26"/>
    <p:sldLayoutId id="2147484063" r:id="rId27"/>
    <p:sldLayoutId id="2147484064" r:id="rId28"/>
    <p:sldLayoutId id="2147484065" r:id="rId29"/>
    <p:sldLayoutId id="2147484066" r:id="rId30"/>
    <p:sldLayoutId id="2147484067" r:id="rId31"/>
    <p:sldLayoutId id="2147484068" r:id="rId32"/>
    <p:sldLayoutId id="2147484069" r:id="rId33"/>
    <p:sldLayoutId id="2147484070" r:id="rId34"/>
    <p:sldLayoutId id="2147484071" r:id="rId35"/>
    <p:sldLayoutId id="2147484072" r:id="rId36"/>
    <p:sldLayoutId id="2147484073" r:id="rId37"/>
    <p:sldLayoutId id="2147484074" r:id="rId38"/>
    <p:sldLayoutId id="2147484075" r:id="rId39"/>
    <p:sldLayoutId id="2147484076" r:id="rId40"/>
    <p:sldLayoutId id="2147484077" r:id="rId41"/>
    <p:sldLayoutId id="2147484078" r:id="rId42"/>
    <p:sldLayoutId id="2147484079" r:id="rId43"/>
    <p:sldLayoutId id="2147484080" r:id="rId44"/>
    <p:sldLayoutId id="2147484081" r:id="rId45"/>
    <p:sldLayoutId id="2147484082" r:id="rId46"/>
    <p:sldLayoutId id="2147484083" r:id="rId47"/>
    <p:sldLayoutId id="2147484084" r:id="rId48"/>
    <p:sldLayoutId id="2147484085" r:id="rId49"/>
    <p:sldLayoutId id="2147484086" r:id="rId50"/>
    <p:sldLayoutId id="2147484087" r:id="rId51"/>
    <p:sldLayoutId id="2147484088" r:id="rId52"/>
    <p:sldLayoutId id="2147484089" r:id="rId53"/>
    <p:sldLayoutId id="2147484090" r:id="rId54"/>
    <p:sldLayoutId id="2147484091" r:id="rId55"/>
    <p:sldLayoutId id="2147484092" r:id="rId56"/>
    <p:sldLayoutId id="2147484093" r:id="rId57"/>
    <p:sldLayoutId id="2147484094" r:id="rId58"/>
    <p:sldLayoutId id="2147484095" r:id="rId59"/>
    <p:sldLayoutId id="2147484096" r:id="rId60"/>
    <p:sldLayoutId id="2147484097" r:id="rId61"/>
    <p:sldLayoutId id="2147484098" r:id="rId62"/>
    <p:sldLayoutId id="2147484099" r:id="rId63"/>
    <p:sldLayoutId id="2147484100" r:id="rId64"/>
    <p:sldLayoutId id="2147484101" r:id="rId65"/>
    <p:sldLayoutId id="2147484108" r:id="rId66"/>
    <p:sldLayoutId id="2147484109" r:id="rId67"/>
    <p:sldLayoutId id="2147484110" r:id="rId68"/>
    <p:sldLayoutId id="2147484111" r:id="rId69"/>
    <p:sldLayoutId id="2147484112" r:id="rId70"/>
    <p:sldLayoutId id="2147484113" r:id="rId7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ts val="0"/>
        </a:spcBef>
        <a:buNone/>
        <a:defRPr sz="3400" b="1" i="0" kern="1200">
          <a:solidFill>
            <a:srgbClr val="1D1D1D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ClrTx/>
        <a:buSzPct val="100000"/>
        <a:buFontTx/>
        <a:buNone/>
        <a:defRPr sz="1600" b="0" i="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3pPr>
      <a:lvl4pPr marL="540000" indent="-180000" algn="l" defTabSz="261938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tabLst>
          <a:tab pos="2601913" algn="l"/>
        </a:tabLst>
        <a:defRPr sz="1000" b="0" i="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Wingdings" panose="05000000000000000000" pitchFamily="2" charset="2"/>
        <a:buChar char="§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317">
          <p15:clr>
            <a:srgbClr val="F26B43"/>
          </p15:clr>
        </p15:guide>
        <p15:guide id="4" pos="551">
          <p15:clr>
            <a:srgbClr val="F26B43"/>
          </p15:clr>
        </p15:guide>
        <p15:guide id="6" pos="7129">
          <p15:clr>
            <a:srgbClr val="F26B43"/>
          </p15:clr>
        </p15:guide>
        <p15:guide id="8" orient="horz" pos="1003">
          <p15:clr>
            <a:srgbClr val="F26B43"/>
          </p15:clr>
        </p15:guide>
        <p15:guide id="9" orient="horz" pos="368">
          <p15:clr>
            <a:srgbClr val="F26B43"/>
          </p15:clr>
        </p15:guide>
        <p15:guide id="10" orient="horz" pos="3770">
          <p15:clr>
            <a:srgbClr val="F26B43"/>
          </p15:clr>
        </p15:guide>
        <p15:guide id="11" pos="7219">
          <p15:clr>
            <a:srgbClr val="F26B43"/>
          </p15:clr>
        </p15:guide>
        <p15:guide id="12" orient="horz" pos="595">
          <p15:clr>
            <a:srgbClr val="F26B43"/>
          </p15:clr>
        </p15:guide>
        <p15:guide id="13" orient="horz" pos="3702">
          <p15:clr>
            <a:srgbClr val="F26B43"/>
          </p15:clr>
        </p15:guide>
        <p15:guide id="14" orient="horz" pos="2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C187E9A4-2EDE-3C07-AFEE-A80388464E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4731" y="3733800"/>
            <a:ext cx="5517669" cy="1107996"/>
          </a:xfrm>
          <a:effectLst/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000" b="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GB" noProof="0" dirty="0"/>
              <a:t>PowerPoint </a:t>
            </a:r>
            <a:r>
              <a:rPr lang="en-GB" dirty="0"/>
              <a:t>Corporate</a:t>
            </a:r>
            <a:br>
              <a:rPr lang="en-GB" noProof="0" dirty="0"/>
            </a:br>
            <a:r>
              <a:rPr lang="en-GB" noProof="0" dirty="0"/>
              <a:t>16/9_EN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6164EBEA-5F4E-5637-5B1B-E779F65DDA8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4731" y="5196419"/>
            <a:ext cx="5511189" cy="275973"/>
          </a:xfrm>
          <a:effectLst/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800" b="0" cap="none" baseline="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Click to edit 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2390204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C0E38B-7BB7-1B92-7D17-A4452C76031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9599" y="-498598"/>
            <a:ext cx="10972801" cy="498598"/>
          </a:xfr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GB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PowerPoint templates user manual</a:t>
            </a:r>
            <a:endParaRPr lang="fr-F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136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8DD9A32-5B69-7AE0-D414-DCECB2F57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9433725F-1CF2-73DE-DDE4-FFCE80C4F0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4731" y="3298785"/>
            <a:ext cx="5517669" cy="1107996"/>
          </a:xfrm>
          <a:effectLst/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000" b="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GB" noProof="0"/>
              <a:t>Click to edit presentation’s title 0 </a:t>
            </a:r>
          </a:p>
        </p:txBody>
      </p:sp>
      <p:cxnSp>
        <p:nvCxnSpPr>
          <p:cNvPr id="25" name="Connecteur droit 5">
            <a:extLst>
              <a:ext uri="{FF2B5EF4-FFF2-40B4-BE49-F238E27FC236}">
                <a16:creationId xmlns:a16="http://schemas.microsoft.com/office/drawing/2014/main" id="{DED477F5-F954-8406-6894-0D0873CA2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64731" y="4580925"/>
            <a:ext cx="5511189" cy="0"/>
          </a:xfrm>
          <a:prstGeom prst="line">
            <a:avLst/>
          </a:prstGeom>
          <a:ln w="25400" cap="rnd">
            <a:solidFill>
              <a:schemeClr val="bg2"/>
            </a:solidFill>
          </a:ln>
          <a:effectLst>
            <a:outerShdw blurRad="50800" dist="12700" dir="2700000" algn="tl" rotWithShape="0">
              <a:schemeClr val="accent6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ous-titre 2">
            <a:extLst>
              <a:ext uri="{FF2B5EF4-FFF2-40B4-BE49-F238E27FC236}">
                <a16:creationId xmlns:a16="http://schemas.microsoft.com/office/drawing/2014/main" id="{1FD3C229-4FC8-D5E0-F040-C30B976DC9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4731" y="4761404"/>
            <a:ext cx="5511189" cy="275973"/>
          </a:xfrm>
          <a:prstGeom prst="rect">
            <a:avLst/>
          </a:prstGeom>
          <a:effectLst/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800" b="0" cap="none" baseline="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Click to edit 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2154022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FF3CA91-BDA1-6940-65C6-764EE87EE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30781"/>
            <a:ext cx="10972800" cy="747897"/>
          </a:xfrm>
        </p:spPr>
        <p:txBody>
          <a:bodyPr/>
          <a:lstStyle/>
          <a:p>
            <a:r>
              <a:rPr lang="en-GB"/>
              <a:t>Summary 1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A72764B-F643-641A-5608-93EC566BF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A9D21F9-30DC-92B6-B452-24A40C1B14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CCDC584-2091-13CE-3F72-22D2CDA6BE6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35AE6175-5B47-DDB7-617E-5DF61FDF942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6F5437BE-B7CF-D3CF-037E-0B644413C1F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C766BFC-D4ED-76E1-BE5C-886BF7868A4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1DF6B85-6C65-0A7E-4E77-DD4AEE5C314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90D2243-7A69-C068-3A1E-18777E1D86B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EDC9A98-315D-E38F-339F-4A6E0286337C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ooter Placeholder 6">
            <a:extLst>
              <a:ext uri="{FF2B5EF4-FFF2-40B4-BE49-F238E27FC236}">
                <a16:creationId xmlns:a16="http://schemas.microsoft.com/office/drawing/2014/main" id="{1F7F2549-C1D5-B8CC-4157-3D3E62DDB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2374807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645BA-E9BD-5537-1F40-3310D7BE3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5365"/>
            <a:ext cx="10972800" cy="470898"/>
          </a:xfrm>
        </p:spPr>
        <p:txBody>
          <a:bodyPr/>
          <a:lstStyle/>
          <a:p>
            <a:r>
              <a:rPr lang="en-GB"/>
              <a:t>Click to edit master title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6BAD09-6AA6-4A6A-10FD-08278C93EEB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7586EE-7B64-8175-7256-263CF45F77C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11A8D447-88CE-A750-C80F-68CD2F7D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542663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CBD23-0A22-7A10-00FB-C520BC604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3855" y="403557"/>
            <a:ext cx="5488545" cy="470898"/>
          </a:xfrm>
        </p:spPr>
        <p:txBody>
          <a:bodyPr/>
          <a:lstStyle/>
          <a:p>
            <a:r>
              <a:rPr lang="en-GB"/>
              <a:t>Click to edit master title 3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6D44250-40FB-A165-92B6-933CE6788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E41FB02-F849-B2FD-EA34-5179AF9B69C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D71BA7C-1BC4-6C30-481D-521CE9884BA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4216F114-F17A-0CE0-D4EB-121C02EBB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669539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E9038B-E8E0-4E3C-226D-882F5014C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5496128" cy="470898"/>
          </a:xfrm>
        </p:spPr>
        <p:txBody>
          <a:bodyPr/>
          <a:lstStyle/>
          <a:p>
            <a:r>
              <a:rPr lang="en-GB"/>
              <a:t>Click to edit master title 4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9A7336-59E4-E2D2-D88F-FED249828D5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C17FD45-4EA0-820A-7F08-7063B46DEA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BB404E-A1BA-90F9-5F0A-E09523020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67680FBD-1CF9-3439-04CC-28BE281E1B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276855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44B1390-2ED6-93A4-939A-55D119BE01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E41C2-83AC-0C7E-C6BE-EC56D8F5A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77B90-B435-B4BF-132D-1C5BDAEED39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895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5D0CE-2AEE-DE77-5797-09E36BA57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F4D14-1DBA-EB84-CCA1-2ADA2825BB2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IN" dirty="0"/>
              <a:t>DU : CE</a:t>
            </a:r>
          </a:p>
        </p:txBody>
      </p:sp>
    </p:spTree>
    <p:extLst>
      <p:ext uri="{BB962C8B-B14F-4D97-AF65-F5344CB8AC3E}">
        <p14:creationId xmlns:p14="http://schemas.microsoft.com/office/powerpoint/2010/main" val="3213661482"/>
      </p:ext>
    </p:extLst>
  </p:cSld>
  <p:clrMapOvr>
    <a:masterClrMapping/>
  </p:clrMapOvr>
</p:sld>
</file>

<file path=ppt/theme/theme1.xml><?xml version="1.0" encoding="utf-8"?>
<a:theme xmlns:a="http://schemas.openxmlformats.org/drawingml/2006/main" name="Sopra Steria Group">
  <a:themeElements>
    <a:clrScheme name="Personnalisé 67">
      <a:dk1>
        <a:srgbClr val="000000"/>
      </a:dk1>
      <a:lt1>
        <a:srgbClr val="EEEEED"/>
      </a:lt1>
      <a:dk2>
        <a:srgbClr val="000000"/>
      </a:dk2>
      <a:lt2>
        <a:srgbClr val="FFFFFF"/>
      </a:lt2>
      <a:accent1>
        <a:srgbClr val="CF022B"/>
      </a:accent1>
      <a:accent2>
        <a:srgbClr val="F07D00"/>
      </a:accent2>
      <a:accent3>
        <a:srgbClr val="CF022B"/>
      </a:accent3>
      <a:accent4>
        <a:srgbClr val="F07D00"/>
      </a:accent4>
      <a:accent5>
        <a:srgbClr val="8C1D82"/>
      </a:accent5>
      <a:accent6>
        <a:srgbClr val="4C1F82"/>
      </a:accent6>
      <a:hlink>
        <a:srgbClr val="8C1D82"/>
      </a:hlink>
      <a:folHlink>
        <a:srgbClr val="EA5599"/>
      </a:folHlink>
    </a:clrScheme>
    <a:fontScheme name="Personnalisé 35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317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spcBef>
            <a:spcPts val="600"/>
          </a:spcBef>
          <a:defRPr sz="8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RPO_PPT_LANDSCAPE_2024_ENG" id="{812D4ED4-B72C-3A43-9D30-207E3D9F2439}" vid="{28E971EF-9FAC-D642-949F-7BAC860ED93D}"/>
    </a:ext>
  </a:extLst>
</a:theme>
</file>

<file path=ppt/theme/theme2.xml><?xml version="1.0" encoding="utf-8"?>
<a:theme xmlns:a="http://schemas.openxmlformats.org/drawingml/2006/main" name="3_Sopra Steria Group">
  <a:themeElements>
    <a:clrScheme name="Personnalisé 67">
      <a:dk1>
        <a:srgbClr val="000000"/>
      </a:dk1>
      <a:lt1>
        <a:srgbClr val="EEEEED"/>
      </a:lt1>
      <a:dk2>
        <a:srgbClr val="000000"/>
      </a:dk2>
      <a:lt2>
        <a:srgbClr val="FFFFFF"/>
      </a:lt2>
      <a:accent1>
        <a:srgbClr val="CF022B"/>
      </a:accent1>
      <a:accent2>
        <a:srgbClr val="F07D00"/>
      </a:accent2>
      <a:accent3>
        <a:srgbClr val="CF022B"/>
      </a:accent3>
      <a:accent4>
        <a:srgbClr val="F07D00"/>
      </a:accent4>
      <a:accent5>
        <a:srgbClr val="8C1D82"/>
      </a:accent5>
      <a:accent6>
        <a:srgbClr val="4C1F82"/>
      </a:accent6>
      <a:hlink>
        <a:srgbClr val="8C1D82"/>
      </a:hlink>
      <a:folHlink>
        <a:srgbClr val="EA5599"/>
      </a:folHlink>
    </a:clrScheme>
    <a:fontScheme name="Personnalisé 35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317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spcBef>
            <a:spcPts val="600"/>
          </a:spcBef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09_MASTER_TEMPLATE_VENGL_light TELECOMMUNICATIONS V6" id="{8203C4E3-29B0-9645-BCCC-6A0F865587F7}" vid="{C8035D2C-8C7F-0D41-A6EF-1D2224199D39}"/>
    </a:ext>
  </a:extLst>
</a:theme>
</file>

<file path=ppt/theme/theme3.xml><?xml version="1.0" encoding="utf-8"?>
<a:theme xmlns:a="http://schemas.openxmlformats.org/drawingml/2006/main" name="Thème Office">
  <a:themeElements>
    <a:clrScheme name="Sopra Steria">
      <a:dk1>
        <a:srgbClr val="4A4A4A"/>
      </a:dk1>
      <a:lt1>
        <a:srgbClr val="FFFFFF"/>
      </a:lt1>
      <a:dk2>
        <a:srgbClr val="CF022B"/>
      </a:dk2>
      <a:lt2>
        <a:srgbClr val="F07D00"/>
      </a:lt2>
      <a:accent1>
        <a:srgbClr val="007AC2"/>
      </a:accent1>
      <a:accent2>
        <a:srgbClr val="32ABD0"/>
      </a:accent2>
      <a:accent3>
        <a:srgbClr val="00A188"/>
      </a:accent3>
      <a:accent4>
        <a:srgbClr val="95C11F"/>
      </a:accent4>
      <a:accent5>
        <a:srgbClr val="8C1D82"/>
      </a:accent5>
      <a:accent6>
        <a:srgbClr val="EA5599"/>
      </a:accent6>
      <a:hlink>
        <a:srgbClr val="A8A8A7"/>
      </a:hlink>
      <a:folHlink>
        <a:srgbClr val="EDEDED"/>
      </a:folHlink>
    </a:clrScheme>
    <a:fontScheme name="Sopra Steri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Sopra Steria">
      <a:dk1>
        <a:srgbClr val="4A4A4A"/>
      </a:dk1>
      <a:lt1>
        <a:srgbClr val="FFFFFF"/>
      </a:lt1>
      <a:dk2>
        <a:srgbClr val="CF022B"/>
      </a:dk2>
      <a:lt2>
        <a:srgbClr val="F07D00"/>
      </a:lt2>
      <a:accent1>
        <a:srgbClr val="007AC2"/>
      </a:accent1>
      <a:accent2>
        <a:srgbClr val="32ABD0"/>
      </a:accent2>
      <a:accent3>
        <a:srgbClr val="00A188"/>
      </a:accent3>
      <a:accent4>
        <a:srgbClr val="95C11F"/>
      </a:accent4>
      <a:accent5>
        <a:srgbClr val="8C1D82"/>
      </a:accent5>
      <a:accent6>
        <a:srgbClr val="EA5599"/>
      </a:accent6>
      <a:hlink>
        <a:srgbClr val="A8A8A7"/>
      </a:hlink>
      <a:folHlink>
        <a:srgbClr val="EDEDED"/>
      </a:folHlink>
    </a:clrScheme>
    <a:fontScheme name="Soprasteri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7D343EF9C7084A86AFABA8A0B964EC" ma:contentTypeVersion="3" ma:contentTypeDescription="Create a new document." ma:contentTypeScope="" ma:versionID="8b4e2036fa1c049114705f439b8c4dd8">
  <xsd:schema xmlns:xsd="http://www.w3.org/2001/XMLSchema" xmlns:xs="http://www.w3.org/2001/XMLSchema" xmlns:p="http://schemas.microsoft.com/office/2006/metadata/properties" xmlns:ns2="ca9089b5-a991-4d31-8823-221e8e7156fb" targetNamespace="http://schemas.microsoft.com/office/2006/metadata/properties" ma:root="true" ma:fieldsID="34158707652801c90d5af1ddd0678c35" ns2:_="">
    <xsd:import namespace="ca9089b5-a991-4d31-8823-221e8e7156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9089b5-a991-4d31-8823-221e8e7156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A00040E-E651-4329-A317-22D86DC5F3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9089b5-a991-4d31-8823-221e8e7156f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23CDE10-8C2E-4455-8DFD-39DE870FAAA8}">
  <ds:schemaRefs>
    <ds:schemaRef ds:uri="http://schemas.microsoft.com/office/2006/metadata/properties"/>
    <ds:schemaRef ds:uri="http://schemas.microsoft.com/office/2006/documentManagement/types"/>
    <ds:schemaRef ds:uri="8b8aad93-1808-4a34-a24c-7533a6055d80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59104939-1a7b-4d0f-9940-b5371fe6e6c9"/>
    <ds:schemaRef ds:uri="http://purl.org/dc/elements/1.1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72BA675-A16A-4084-BCEF-3D37880C598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bd1f144-26ac-4410-8fdb-05c7de218e82}" enabled="1" method="Privileged" siteId="{8b87af7d-8647-4dc7-8df4-5f69a2011bb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 24</Template>
  <TotalTime>760</TotalTime>
  <Words>74</Words>
  <Application>Microsoft Office PowerPoint</Application>
  <PresentationFormat>Widescreen</PresentationFormat>
  <Paragraphs>22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HurmeGeometricSans4 Bold</vt:lpstr>
      <vt:lpstr>Tahoma</vt:lpstr>
      <vt:lpstr>Wingdings</vt:lpstr>
      <vt:lpstr>Sopra Steria Group</vt:lpstr>
      <vt:lpstr>3_Sopra Steria Group</vt:lpstr>
      <vt:lpstr>PowerPoint Corporate 16/9_EN</vt:lpstr>
      <vt:lpstr>PowerPoint templates user manual</vt:lpstr>
      <vt:lpstr>Click to edit presentation’s title 0 </vt:lpstr>
      <vt:lpstr>Summary 1</vt:lpstr>
      <vt:lpstr>Click to edit master title 2</vt:lpstr>
      <vt:lpstr>Click to edit master title 3</vt:lpstr>
      <vt:lpstr>Click to edit master title 4</vt:lpstr>
      <vt:lpstr>PowerPoint Presentation</vt:lpstr>
      <vt:lpstr>Thank You</vt:lpstr>
    </vt:vector>
  </TitlesOfParts>
  <Manager/>
  <Company>Sopra Steria Group S.A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GUPTA Sanjeev</dc:creator>
  <cp:keywords/>
  <dc:description/>
  <cp:lastModifiedBy>MAROJU Apparao</cp:lastModifiedBy>
  <cp:revision>5</cp:revision>
  <cp:lastPrinted>2019-06-20T07:36:54Z</cp:lastPrinted>
  <dcterms:created xsi:type="dcterms:W3CDTF">2024-11-19T09:29:49Z</dcterms:created>
  <dcterms:modified xsi:type="dcterms:W3CDTF">2026-07-28T16:53:56Z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0x0101004B7D343EF9C7084A86AFABA8A0B964EC</vt:lpwstr>
  </property>
  <property fmtid="{D5CDD505-2E9C-101B-9397-08002B2CF9AE}" pid="3" name="Order">
    <vt:r8>881400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MediaServiceImageTags">
    <vt:lpwstr/>
  </property>
  <property fmtid="{D5CDD505-2E9C-101B-9397-08002B2CF9AE}" pid="11" name="MSIP_Label_7bd1f144-26ac-4410-8fdb-05c7de218e82_Enabled">
    <vt:lpwstr>true</vt:lpwstr>
  </property>
  <property fmtid="{D5CDD505-2E9C-101B-9397-08002B2CF9AE}" pid="12" name="MSIP_Label_7bd1f144-26ac-4410-8fdb-05c7de218e82_SetDate">
    <vt:lpwstr>2023-03-09T09:06:17Z</vt:lpwstr>
  </property>
  <property fmtid="{D5CDD505-2E9C-101B-9397-08002B2CF9AE}" pid="13" name="MSIP_Label_7bd1f144-26ac-4410-8fdb-05c7de218e82_Method">
    <vt:lpwstr>Privileged</vt:lpwstr>
  </property>
  <property fmtid="{D5CDD505-2E9C-101B-9397-08002B2CF9AE}" pid="14" name="MSIP_Label_7bd1f144-26ac-4410-8fdb-05c7de218e82_Name">
    <vt:lpwstr>FR Usage restreint</vt:lpwstr>
  </property>
  <property fmtid="{D5CDD505-2E9C-101B-9397-08002B2CF9AE}" pid="15" name="MSIP_Label_7bd1f144-26ac-4410-8fdb-05c7de218e82_SiteId">
    <vt:lpwstr>8b87af7d-8647-4dc7-8df4-5f69a2011bb5</vt:lpwstr>
  </property>
  <property fmtid="{D5CDD505-2E9C-101B-9397-08002B2CF9AE}" pid="16" name="MSIP_Label_7bd1f144-26ac-4410-8fdb-05c7de218e82_ActionId">
    <vt:lpwstr>cf9432e3-7688-481b-a23b-e4c3d13c6712</vt:lpwstr>
  </property>
  <property fmtid="{D5CDD505-2E9C-101B-9397-08002B2CF9AE}" pid="17" name="MSIP_Label_7bd1f144-26ac-4410-8fdb-05c7de218e82_ContentBits">
    <vt:lpwstr>3</vt:lpwstr>
  </property>
  <property fmtid="{D5CDD505-2E9C-101B-9397-08002B2CF9AE}" pid="18" name="ClassificationContentMarkingFooterLocations">
    <vt:lpwstr>Sopra Steria Group:7</vt:lpwstr>
  </property>
  <property fmtid="{D5CDD505-2E9C-101B-9397-08002B2CF9AE}" pid="19" name="ClassificationContentMarkingFooterText">
    <vt:lpwstr>C2 – Usage restreint </vt:lpwstr>
  </property>
</Properties>
</file>